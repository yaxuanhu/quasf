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810000" cy="26924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C178BF-AE20-4A7A-8659-4D00AD162942}" type="datetimeFigureOut">
              <a:rPr lang="zh-CN" altLang="en-US" smtClean="0"/>
              <a:t>2026/10/4</a:t>
            </a:fld>
            <a:endParaRPr lang="zh-CN" altLang="en-US"/>
          </a:p>
        </p:txBody>
      </p:sp>
      <p:sp>
        <p:nvSpPr>
          <p:cNvPr id="4" name="幻灯片图像占位符 3"/>
          <p:cNvSpPr>
            <a:spLocks noGrp="1" noRot="1" noChangeAspect="1"/>
          </p:cNvSpPr>
          <p:nvPr>
            <p:ph type="sldImg" idx="2"/>
          </p:nvPr>
        </p:nvSpPr>
        <p:spPr>
          <a:xfrm>
            <a:off x="1246188" y="1143000"/>
            <a:ext cx="43656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436D49-1B1B-4F3F-9026-F009F49F4DD6}" type="slidenum">
              <a:rPr lang="zh-CN" altLang="en-US" smtClean="0"/>
              <a:t>‹#›</a:t>
            </a:fld>
            <a:endParaRPr lang="zh-CN" altLang="en-US"/>
          </a:p>
        </p:txBody>
      </p:sp>
    </p:spTree>
    <p:extLst>
      <p:ext uri="{BB962C8B-B14F-4D97-AF65-F5344CB8AC3E}">
        <p14:creationId xmlns:p14="http://schemas.microsoft.com/office/powerpoint/2010/main" val="3791864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Figure 3 concept, based on QuaSF manuscript section 3.4, Overleaf project 6a0db889e605477ab8e23124. Three independent vertical panels following the user-provided reference layout. Shared query predicts one vector from source segmentation query qi and assigns it to both regions. Region MLP directly classifies pooled regional features h1,h2. QuaSF forms individual function queries qf1,qf2 before function decoding. Both regional predictors use the same masks and mean/max ESM2 features. Shared model weights are not separate models. Pooling, region generation and query-construction details are omitted to emphasize the functional paths. Arrows indicate computation. All slide elements are native editable objects.</a:t>
            </a:r>
            <a:endParaRPr lang="zh-CN" altLang="en-US"/>
          </a:p>
        </p:txBody>
      </p:sp>
      <p:sp>
        <p:nvSpPr>
          <p:cNvPr id="4" name="灯片编号占位符 3"/>
          <p:cNvSpPr>
            <a:spLocks noGrp="1"/>
          </p:cNvSpPr>
          <p:nvPr>
            <p:ph type="sldNum" sz="quarter" idx="5"/>
          </p:nvPr>
        </p:nvSpPr>
        <p:spPr/>
        <p:txBody>
          <a:bodyPr/>
          <a:lstStyle/>
          <a:p>
            <a:fld id="{CE436D49-1B1B-4F3F-9026-F009F49F4DD6}" type="slidenum">
              <a:rPr lang="zh-CN" altLang="en-US" smtClean="0"/>
              <a:t>1</a:t>
            </a:fld>
            <a:endParaRPr lang="zh-CN" altLang="en-US"/>
          </a:p>
        </p:txBody>
      </p:sp>
    </p:spTree>
    <p:extLst>
      <p:ext uri="{BB962C8B-B14F-4D97-AF65-F5344CB8AC3E}">
        <p14:creationId xmlns:p14="http://schemas.microsoft.com/office/powerpoint/2010/main" val="2645841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933707-C08A-916F-ABDA-49A29D6862E2}"/>
              </a:ext>
            </a:extLst>
          </p:cNvPr>
          <p:cNvSpPr>
            <a:spLocks noGrp="1"/>
          </p:cNvSpPr>
          <p:nvPr>
            <p:ph type="ctrTitle"/>
          </p:nvPr>
        </p:nvSpPr>
        <p:spPr>
          <a:xfrm>
            <a:off x="476250" y="440631"/>
            <a:ext cx="2857500" cy="937354"/>
          </a:xfrm>
        </p:spPr>
        <p:txBody>
          <a:bodyPr anchor="b"/>
          <a:lstStyle>
            <a:lvl1pPr algn="ctr">
              <a:defRPr sz="736"/>
            </a:lvl1pPr>
          </a:lstStyle>
          <a:p>
            <a:r>
              <a:rPr lang="zh-CN" altLang="en-US"/>
              <a:t>单击此处编辑母版标题样式</a:t>
            </a:r>
          </a:p>
        </p:txBody>
      </p:sp>
      <p:sp>
        <p:nvSpPr>
          <p:cNvPr id="3" name="副标题 2">
            <a:extLst>
              <a:ext uri="{FF2B5EF4-FFF2-40B4-BE49-F238E27FC236}">
                <a16:creationId xmlns:a16="http://schemas.microsoft.com/office/drawing/2014/main" id="{CD0FAAE0-1C90-B8C6-2D85-EFAC538024DE}"/>
              </a:ext>
            </a:extLst>
          </p:cNvPr>
          <p:cNvSpPr>
            <a:spLocks noGrp="1"/>
          </p:cNvSpPr>
          <p:nvPr>
            <p:ph type="subTitle" idx="1"/>
          </p:nvPr>
        </p:nvSpPr>
        <p:spPr>
          <a:xfrm>
            <a:off x="476250" y="1414133"/>
            <a:ext cx="2857500" cy="650040"/>
          </a:xfrm>
        </p:spPr>
        <p:txBody>
          <a:bodyPr/>
          <a:lstStyle>
            <a:lvl1pPr marL="0" indent="0" algn="ctr">
              <a:buNone/>
              <a:defRPr sz="294"/>
            </a:lvl1pPr>
            <a:lvl2pPr marL="56093" indent="0" algn="ctr">
              <a:buNone/>
              <a:defRPr sz="245"/>
            </a:lvl2pPr>
            <a:lvl3pPr marL="112185" indent="0" algn="ctr">
              <a:buNone/>
              <a:defRPr sz="221"/>
            </a:lvl3pPr>
            <a:lvl4pPr marL="168278" indent="0" algn="ctr">
              <a:buNone/>
              <a:defRPr sz="196"/>
            </a:lvl4pPr>
            <a:lvl5pPr marL="224371" indent="0" algn="ctr">
              <a:buNone/>
              <a:defRPr sz="196"/>
            </a:lvl5pPr>
            <a:lvl6pPr marL="280464" indent="0" algn="ctr">
              <a:buNone/>
              <a:defRPr sz="196"/>
            </a:lvl6pPr>
            <a:lvl7pPr marL="336556" indent="0" algn="ctr">
              <a:buNone/>
              <a:defRPr sz="196"/>
            </a:lvl7pPr>
            <a:lvl8pPr marL="392649" indent="0" algn="ctr">
              <a:buNone/>
              <a:defRPr sz="196"/>
            </a:lvl8pPr>
            <a:lvl9pPr marL="448742" indent="0" algn="ctr">
              <a:buNone/>
              <a:defRPr sz="196"/>
            </a:lvl9pPr>
          </a:lstStyle>
          <a:p>
            <a:r>
              <a:rPr lang="zh-CN" altLang="en-US"/>
              <a:t>单击此处编辑母版副标题样式</a:t>
            </a:r>
          </a:p>
        </p:txBody>
      </p:sp>
      <p:sp>
        <p:nvSpPr>
          <p:cNvPr id="4" name="日期占位符 3">
            <a:extLst>
              <a:ext uri="{FF2B5EF4-FFF2-40B4-BE49-F238E27FC236}">
                <a16:creationId xmlns:a16="http://schemas.microsoft.com/office/drawing/2014/main" id="{81172842-92D7-9B75-9B70-A8F39B50AEA9}"/>
              </a:ext>
            </a:extLst>
          </p:cNvPr>
          <p:cNvSpPr>
            <a:spLocks noGrp="1"/>
          </p:cNvSpPr>
          <p:nvPr>
            <p:ph type="dt" sz="half" idx="10"/>
          </p:nvPr>
        </p:nvSpPr>
        <p:spPr/>
        <p:txBody>
          <a:bodyPr/>
          <a:lstStyle/>
          <a:p>
            <a:fld id="{98397FDB-6CB5-4DBE-A533-FFB70F8CC7D5}" type="datetimeFigureOut">
              <a:rPr lang="zh-CN" altLang="en-US" smtClean="0"/>
              <a:t>2026/10/4</a:t>
            </a:fld>
            <a:endParaRPr lang="zh-CN" altLang="en-US"/>
          </a:p>
        </p:txBody>
      </p:sp>
      <p:sp>
        <p:nvSpPr>
          <p:cNvPr id="5" name="页脚占位符 4">
            <a:extLst>
              <a:ext uri="{FF2B5EF4-FFF2-40B4-BE49-F238E27FC236}">
                <a16:creationId xmlns:a16="http://schemas.microsoft.com/office/drawing/2014/main" id="{D21E73CA-C489-6FA3-58F8-1F6545ED04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946E3D3-8456-EDF0-D825-C8724BB80613}"/>
              </a:ext>
            </a:extLst>
          </p:cNvPr>
          <p:cNvSpPr>
            <a:spLocks noGrp="1"/>
          </p:cNvSpPr>
          <p:nvPr>
            <p:ph type="sldNum" sz="quarter" idx="12"/>
          </p:nvPr>
        </p:nvSpPr>
        <p:spPr/>
        <p:txBody>
          <a:bodyPr/>
          <a:lstStyle/>
          <a:p>
            <a:fld id="{B3427ED5-E192-44A6-8EE3-2B0DEA6AF209}" type="slidenum">
              <a:rPr lang="zh-CN" altLang="en-US" smtClean="0"/>
              <a:t>‹#›</a:t>
            </a:fld>
            <a:endParaRPr lang="zh-CN" altLang="en-US"/>
          </a:p>
        </p:txBody>
      </p:sp>
    </p:spTree>
    <p:extLst>
      <p:ext uri="{BB962C8B-B14F-4D97-AF65-F5344CB8AC3E}">
        <p14:creationId xmlns:p14="http://schemas.microsoft.com/office/powerpoint/2010/main" val="3426653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FB0B4-F61D-E3E8-DBF4-A249B8E5A60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7638C38-D708-9907-40E7-25CBD524ABE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F2892B3-868F-3B33-011F-723D937CD86C}"/>
              </a:ext>
            </a:extLst>
          </p:cNvPr>
          <p:cNvSpPr>
            <a:spLocks noGrp="1"/>
          </p:cNvSpPr>
          <p:nvPr>
            <p:ph type="dt" sz="half" idx="10"/>
          </p:nvPr>
        </p:nvSpPr>
        <p:spPr/>
        <p:txBody>
          <a:bodyPr/>
          <a:lstStyle/>
          <a:p>
            <a:fld id="{98397FDB-6CB5-4DBE-A533-FFB70F8CC7D5}" type="datetimeFigureOut">
              <a:rPr lang="zh-CN" altLang="en-US" smtClean="0"/>
              <a:t>2026/10/4</a:t>
            </a:fld>
            <a:endParaRPr lang="zh-CN" altLang="en-US"/>
          </a:p>
        </p:txBody>
      </p:sp>
      <p:sp>
        <p:nvSpPr>
          <p:cNvPr id="5" name="页脚占位符 4">
            <a:extLst>
              <a:ext uri="{FF2B5EF4-FFF2-40B4-BE49-F238E27FC236}">
                <a16:creationId xmlns:a16="http://schemas.microsoft.com/office/drawing/2014/main" id="{93906714-CCD4-596E-5488-FBEB0E235DB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C7DA3B-3DEB-6255-6A65-B8B8C366815E}"/>
              </a:ext>
            </a:extLst>
          </p:cNvPr>
          <p:cNvSpPr>
            <a:spLocks noGrp="1"/>
          </p:cNvSpPr>
          <p:nvPr>
            <p:ph type="sldNum" sz="quarter" idx="12"/>
          </p:nvPr>
        </p:nvSpPr>
        <p:spPr/>
        <p:txBody>
          <a:bodyPr/>
          <a:lstStyle/>
          <a:p>
            <a:fld id="{B3427ED5-E192-44A6-8EE3-2B0DEA6AF209}" type="slidenum">
              <a:rPr lang="zh-CN" altLang="en-US" smtClean="0"/>
              <a:t>‹#›</a:t>
            </a:fld>
            <a:endParaRPr lang="zh-CN" altLang="en-US"/>
          </a:p>
        </p:txBody>
      </p:sp>
    </p:spTree>
    <p:extLst>
      <p:ext uri="{BB962C8B-B14F-4D97-AF65-F5344CB8AC3E}">
        <p14:creationId xmlns:p14="http://schemas.microsoft.com/office/powerpoint/2010/main" val="138397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463FF9-5575-84D0-0841-4B9576FC2842}"/>
              </a:ext>
            </a:extLst>
          </p:cNvPr>
          <p:cNvSpPr>
            <a:spLocks noGrp="1"/>
          </p:cNvSpPr>
          <p:nvPr>
            <p:ph type="title"/>
          </p:nvPr>
        </p:nvSpPr>
        <p:spPr>
          <a:xfrm>
            <a:off x="259954" y="671231"/>
            <a:ext cx="3286125" cy="1119963"/>
          </a:xfrm>
        </p:spPr>
        <p:txBody>
          <a:bodyPr anchor="b"/>
          <a:lstStyle>
            <a:lvl1pPr>
              <a:defRPr sz="736"/>
            </a:lvl1pPr>
          </a:lstStyle>
          <a:p>
            <a:r>
              <a:rPr lang="zh-CN" altLang="en-US"/>
              <a:t>单击此处编辑母版标题样式</a:t>
            </a:r>
          </a:p>
        </p:txBody>
      </p:sp>
      <p:sp>
        <p:nvSpPr>
          <p:cNvPr id="3" name="文本占位符 2">
            <a:extLst>
              <a:ext uri="{FF2B5EF4-FFF2-40B4-BE49-F238E27FC236}">
                <a16:creationId xmlns:a16="http://schemas.microsoft.com/office/drawing/2014/main" id="{13FB7750-6A86-7A5E-F02D-CBCAF4197768}"/>
              </a:ext>
            </a:extLst>
          </p:cNvPr>
          <p:cNvSpPr>
            <a:spLocks noGrp="1"/>
          </p:cNvSpPr>
          <p:nvPr>
            <p:ph type="body" idx="1"/>
          </p:nvPr>
        </p:nvSpPr>
        <p:spPr>
          <a:xfrm>
            <a:off x="259954" y="1801790"/>
            <a:ext cx="3286125" cy="588962"/>
          </a:xfrm>
        </p:spPr>
        <p:txBody>
          <a:bodyPr/>
          <a:lstStyle>
            <a:lvl1pPr marL="0" indent="0">
              <a:buNone/>
              <a:defRPr sz="294">
                <a:solidFill>
                  <a:schemeClr val="tx1">
                    <a:tint val="82000"/>
                  </a:schemeClr>
                </a:solidFill>
              </a:defRPr>
            </a:lvl1pPr>
            <a:lvl2pPr marL="56093" indent="0">
              <a:buNone/>
              <a:defRPr sz="245">
                <a:solidFill>
                  <a:schemeClr val="tx1">
                    <a:tint val="82000"/>
                  </a:schemeClr>
                </a:solidFill>
              </a:defRPr>
            </a:lvl2pPr>
            <a:lvl3pPr marL="112185" indent="0">
              <a:buNone/>
              <a:defRPr sz="221">
                <a:solidFill>
                  <a:schemeClr val="tx1">
                    <a:tint val="82000"/>
                  </a:schemeClr>
                </a:solidFill>
              </a:defRPr>
            </a:lvl3pPr>
            <a:lvl4pPr marL="168278" indent="0">
              <a:buNone/>
              <a:defRPr sz="196">
                <a:solidFill>
                  <a:schemeClr val="tx1">
                    <a:tint val="82000"/>
                  </a:schemeClr>
                </a:solidFill>
              </a:defRPr>
            </a:lvl4pPr>
            <a:lvl5pPr marL="224371" indent="0">
              <a:buNone/>
              <a:defRPr sz="196">
                <a:solidFill>
                  <a:schemeClr val="tx1">
                    <a:tint val="82000"/>
                  </a:schemeClr>
                </a:solidFill>
              </a:defRPr>
            </a:lvl5pPr>
            <a:lvl6pPr marL="280464" indent="0">
              <a:buNone/>
              <a:defRPr sz="196">
                <a:solidFill>
                  <a:schemeClr val="tx1">
                    <a:tint val="82000"/>
                  </a:schemeClr>
                </a:solidFill>
              </a:defRPr>
            </a:lvl6pPr>
            <a:lvl7pPr marL="336556" indent="0">
              <a:buNone/>
              <a:defRPr sz="196">
                <a:solidFill>
                  <a:schemeClr val="tx1">
                    <a:tint val="82000"/>
                  </a:schemeClr>
                </a:solidFill>
              </a:defRPr>
            </a:lvl7pPr>
            <a:lvl8pPr marL="392649" indent="0">
              <a:buNone/>
              <a:defRPr sz="196">
                <a:solidFill>
                  <a:schemeClr val="tx1">
                    <a:tint val="82000"/>
                  </a:schemeClr>
                </a:solidFill>
              </a:defRPr>
            </a:lvl8pPr>
            <a:lvl9pPr marL="448742" indent="0">
              <a:buNone/>
              <a:defRPr sz="196">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E368A9C-5B67-37C7-7DF4-47DEBF747163}"/>
              </a:ext>
            </a:extLst>
          </p:cNvPr>
          <p:cNvSpPr>
            <a:spLocks noGrp="1"/>
          </p:cNvSpPr>
          <p:nvPr>
            <p:ph type="dt" sz="half" idx="10"/>
          </p:nvPr>
        </p:nvSpPr>
        <p:spPr/>
        <p:txBody>
          <a:bodyPr/>
          <a:lstStyle/>
          <a:p>
            <a:fld id="{98397FDB-6CB5-4DBE-A533-FFB70F8CC7D5}" type="datetimeFigureOut">
              <a:rPr lang="zh-CN" altLang="en-US" smtClean="0"/>
              <a:t>2026/10/4</a:t>
            </a:fld>
            <a:endParaRPr lang="zh-CN" altLang="en-US"/>
          </a:p>
        </p:txBody>
      </p:sp>
      <p:sp>
        <p:nvSpPr>
          <p:cNvPr id="5" name="页脚占位符 4">
            <a:extLst>
              <a:ext uri="{FF2B5EF4-FFF2-40B4-BE49-F238E27FC236}">
                <a16:creationId xmlns:a16="http://schemas.microsoft.com/office/drawing/2014/main" id="{7EEFF8F5-B068-8A0A-6E98-E09544E946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F2EA787-2B8C-1625-A21E-64999EF36152}"/>
              </a:ext>
            </a:extLst>
          </p:cNvPr>
          <p:cNvSpPr>
            <a:spLocks noGrp="1"/>
          </p:cNvSpPr>
          <p:nvPr>
            <p:ph type="sldNum" sz="quarter" idx="12"/>
          </p:nvPr>
        </p:nvSpPr>
        <p:spPr/>
        <p:txBody>
          <a:bodyPr/>
          <a:lstStyle/>
          <a:p>
            <a:fld id="{B3427ED5-E192-44A6-8EE3-2B0DEA6AF209}" type="slidenum">
              <a:rPr lang="zh-CN" altLang="en-US" smtClean="0"/>
              <a:t>‹#›</a:t>
            </a:fld>
            <a:endParaRPr lang="zh-CN" altLang="en-US"/>
          </a:p>
        </p:txBody>
      </p:sp>
    </p:spTree>
    <p:extLst>
      <p:ext uri="{BB962C8B-B14F-4D97-AF65-F5344CB8AC3E}">
        <p14:creationId xmlns:p14="http://schemas.microsoft.com/office/powerpoint/2010/main" val="3308000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52DCD7-A9AA-5511-3B38-41C69E39D9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5A12198-EFC6-B8A0-A4C6-00B8F6807C5C}"/>
              </a:ext>
            </a:extLst>
          </p:cNvPr>
          <p:cNvSpPr>
            <a:spLocks noGrp="1"/>
          </p:cNvSpPr>
          <p:nvPr>
            <p:ph sz="half" idx="1"/>
          </p:nvPr>
        </p:nvSpPr>
        <p:spPr>
          <a:xfrm>
            <a:off x="261938" y="716727"/>
            <a:ext cx="1619250" cy="170830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48E419F-5BE4-9E10-AFD3-9570EC610232}"/>
              </a:ext>
            </a:extLst>
          </p:cNvPr>
          <p:cNvSpPr>
            <a:spLocks noGrp="1"/>
          </p:cNvSpPr>
          <p:nvPr>
            <p:ph sz="half" idx="2"/>
          </p:nvPr>
        </p:nvSpPr>
        <p:spPr>
          <a:xfrm>
            <a:off x="1928813" y="716727"/>
            <a:ext cx="1619250" cy="170830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14C138F-6026-4D73-4641-F0A690FC7529}"/>
              </a:ext>
            </a:extLst>
          </p:cNvPr>
          <p:cNvSpPr>
            <a:spLocks noGrp="1"/>
          </p:cNvSpPr>
          <p:nvPr>
            <p:ph type="dt" sz="half" idx="10"/>
          </p:nvPr>
        </p:nvSpPr>
        <p:spPr/>
        <p:txBody>
          <a:bodyPr/>
          <a:lstStyle/>
          <a:p>
            <a:fld id="{98397FDB-6CB5-4DBE-A533-FFB70F8CC7D5}" type="datetimeFigureOut">
              <a:rPr lang="zh-CN" altLang="en-US" smtClean="0"/>
              <a:t>2026/10/4</a:t>
            </a:fld>
            <a:endParaRPr lang="zh-CN" altLang="en-US"/>
          </a:p>
        </p:txBody>
      </p:sp>
      <p:sp>
        <p:nvSpPr>
          <p:cNvPr id="6" name="页脚占位符 5">
            <a:extLst>
              <a:ext uri="{FF2B5EF4-FFF2-40B4-BE49-F238E27FC236}">
                <a16:creationId xmlns:a16="http://schemas.microsoft.com/office/drawing/2014/main" id="{CF609C64-8D92-CEBB-0930-42BD79CAEAB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F96816C-94A7-8104-A6D3-2C3BE0F98F66}"/>
              </a:ext>
            </a:extLst>
          </p:cNvPr>
          <p:cNvSpPr>
            <a:spLocks noGrp="1"/>
          </p:cNvSpPr>
          <p:nvPr>
            <p:ph type="sldNum" sz="quarter" idx="12"/>
          </p:nvPr>
        </p:nvSpPr>
        <p:spPr/>
        <p:txBody>
          <a:bodyPr/>
          <a:lstStyle/>
          <a:p>
            <a:fld id="{B3427ED5-E192-44A6-8EE3-2B0DEA6AF209}" type="slidenum">
              <a:rPr lang="zh-CN" altLang="en-US" smtClean="0"/>
              <a:t>‹#›</a:t>
            </a:fld>
            <a:endParaRPr lang="zh-CN" altLang="en-US"/>
          </a:p>
        </p:txBody>
      </p:sp>
    </p:spTree>
    <p:extLst>
      <p:ext uri="{BB962C8B-B14F-4D97-AF65-F5344CB8AC3E}">
        <p14:creationId xmlns:p14="http://schemas.microsoft.com/office/powerpoint/2010/main" val="3874431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A35FC8-5570-2543-3E81-41FC4D3DD193}"/>
              </a:ext>
            </a:extLst>
          </p:cNvPr>
          <p:cNvSpPr>
            <a:spLocks noGrp="1"/>
          </p:cNvSpPr>
          <p:nvPr>
            <p:ph type="title"/>
          </p:nvPr>
        </p:nvSpPr>
        <p:spPr>
          <a:xfrm>
            <a:off x="262435" y="143346"/>
            <a:ext cx="3286125" cy="520406"/>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FCDC519-87F1-F265-35A9-F55AAB4B41D8}"/>
              </a:ext>
            </a:extLst>
          </p:cNvPr>
          <p:cNvSpPr>
            <a:spLocks noGrp="1"/>
          </p:cNvSpPr>
          <p:nvPr>
            <p:ph type="body" idx="1"/>
          </p:nvPr>
        </p:nvSpPr>
        <p:spPr>
          <a:xfrm>
            <a:off x="262434" y="660012"/>
            <a:ext cx="1611808" cy="323462"/>
          </a:xfrm>
        </p:spPr>
        <p:txBody>
          <a:bodyPr anchor="b"/>
          <a:lstStyle>
            <a:lvl1pPr marL="0" indent="0">
              <a:buNone/>
              <a:defRPr sz="294" b="1"/>
            </a:lvl1pPr>
            <a:lvl2pPr marL="56093" indent="0">
              <a:buNone/>
              <a:defRPr sz="245" b="1"/>
            </a:lvl2pPr>
            <a:lvl3pPr marL="112185" indent="0">
              <a:buNone/>
              <a:defRPr sz="221" b="1"/>
            </a:lvl3pPr>
            <a:lvl4pPr marL="168278" indent="0">
              <a:buNone/>
              <a:defRPr sz="196" b="1"/>
            </a:lvl4pPr>
            <a:lvl5pPr marL="224371" indent="0">
              <a:buNone/>
              <a:defRPr sz="196" b="1"/>
            </a:lvl5pPr>
            <a:lvl6pPr marL="280464" indent="0">
              <a:buNone/>
              <a:defRPr sz="196" b="1"/>
            </a:lvl6pPr>
            <a:lvl7pPr marL="336556" indent="0">
              <a:buNone/>
              <a:defRPr sz="196" b="1"/>
            </a:lvl7pPr>
            <a:lvl8pPr marL="392649" indent="0">
              <a:buNone/>
              <a:defRPr sz="196" b="1"/>
            </a:lvl8pPr>
            <a:lvl9pPr marL="448742" indent="0">
              <a:buNone/>
              <a:defRPr sz="19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A952448-128B-49BA-8DC1-59F8D5014E6C}"/>
              </a:ext>
            </a:extLst>
          </p:cNvPr>
          <p:cNvSpPr>
            <a:spLocks noGrp="1"/>
          </p:cNvSpPr>
          <p:nvPr>
            <p:ph sz="half" idx="2"/>
          </p:nvPr>
        </p:nvSpPr>
        <p:spPr>
          <a:xfrm>
            <a:off x="262434" y="983474"/>
            <a:ext cx="1611808" cy="144654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974D33F-D746-9F56-DEE5-C929A2FE21E5}"/>
              </a:ext>
            </a:extLst>
          </p:cNvPr>
          <p:cNvSpPr>
            <a:spLocks noGrp="1"/>
          </p:cNvSpPr>
          <p:nvPr>
            <p:ph type="body" sz="quarter" idx="3"/>
          </p:nvPr>
        </p:nvSpPr>
        <p:spPr>
          <a:xfrm>
            <a:off x="1928813" y="660012"/>
            <a:ext cx="1619746" cy="323462"/>
          </a:xfrm>
        </p:spPr>
        <p:txBody>
          <a:bodyPr anchor="b"/>
          <a:lstStyle>
            <a:lvl1pPr marL="0" indent="0">
              <a:buNone/>
              <a:defRPr sz="294" b="1"/>
            </a:lvl1pPr>
            <a:lvl2pPr marL="56093" indent="0">
              <a:buNone/>
              <a:defRPr sz="245" b="1"/>
            </a:lvl2pPr>
            <a:lvl3pPr marL="112185" indent="0">
              <a:buNone/>
              <a:defRPr sz="221" b="1"/>
            </a:lvl3pPr>
            <a:lvl4pPr marL="168278" indent="0">
              <a:buNone/>
              <a:defRPr sz="196" b="1"/>
            </a:lvl4pPr>
            <a:lvl5pPr marL="224371" indent="0">
              <a:buNone/>
              <a:defRPr sz="196" b="1"/>
            </a:lvl5pPr>
            <a:lvl6pPr marL="280464" indent="0">
              <a:buNone/>
              <a:defRPr sz="196" b="1"/>
            </a:lvl6pPr>
            <a:lvl7pPr marL="336556" indent="0">
              <a:buNone/>
              <a:defRPr sz="196" b="1"/>
            </a:lvl7pPr>
            <a:lvl8pPr marL="392649" indent="0">
              <a:buNone/>
              <a:defRPr sz="196" b="1"/>
            </a:lvl8pPr>
            <a:lvl9pPr marL="448742" indent="0">
              <a:buNone/>
              <a:defRPr sz="19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E8643D7-80B4-CE20-0F29-FD304841FA5C}"/>
              </a:ext>
            </a:extLst>
          </p:cNvPr>
          <p:cNvSpPr>
            <a:spLocks noGrp="1"/>
          </p:cNvSpPr>
          <p:nvPr>
            <p:ph sz="quarter" idx="4"/>
          </p:nvPr>
        </p:nvSpPr>
        <p:spPr>
          <a:xfrm>
            <a:off x="1928813" y="983474"/>
            <a:ext cx="1619746" cy="144654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E17F9CD-B81D-280F-4BC8-CF1AB423B68C}"/>
              </a:ext>
            </a:extLst>
          </p:cNvPr>
          <p:cNvSpPr>
            <a:spLocks noGrp="1"/>
          </p:cNvSpPr>
          <p:nvPr>
            <p:ph type="dt" sz="half" idx="10"/>
          </p:nvPr>
        </p:nvSpPr>
        <p:spPr/>
        <p:txBody>
          <a:bodyPr/>
          <a:lstStyle/>
          <a:p>
            <a:fld id="{98397FDB-6CB5-4DBE-A533-FFB70F8CC7D5}" type="datetimeFigureOut">
              <a:rPr lang="zh-CN" altLang="en-US" smtClean="0"/>
              <a:t>2026/10/4</a:t>
            </a:fld>
            <a:endParaRPr lang="zh-CN" altLang="en-US"/>
          </a:p>
        </p:txBody>
      </p:sp>
      <p:sp>
        <p:nvSpPr>
          <p:cNvPr id="8" name="页脚占位符 7">
            <a:extLst>
              <a:ext uri="{FF2B5EF4-FFF2-40B4-BE49-F238E27FC236}">
                <a16:creationId xmlns:a16="http://schemas.microsoft.com/office/drawing/2014/main" id="{CAACE152-2D21-2C36-7788-11034E438A5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11EC89E-058A-049E-2F07-AE39E8B38D38}"/>
              </a:ext>
            </a:extLst>
          </p:cNvPr>
          <p:cNvSpPr>
            <a:spLocks noGrp="1"/>
          </p:cNvSpPr>
          <p:nvPr>
            <p:ph type="sldNum" sz="quarter" idx="12"/>
          </p:nvPr>
        </p:nvSpPr>
        <p:spPr/>
        <p:txBody>
          <a:bodyPr/>
          <a:lstStyle/>
          <a:p>
            <a:fld id="{B3427ED5-E192-44A6-8EE3-2B0DEA6AF209}" type="slidenum">
              <a:rPr lang="zh-CN" altLang="en-US" smtClean="0"/>
              <a:t>‹#›</a:t>
            </a:fld>
            <a:endParaRPr lang="zh-CN" altLang="en-US"/>
          </a:p>
        </p:txBody>
      </p:sp>
    </p:spTree>
    <p:extLst>
      <p:ext uri="{BB962C8B-B14F-4D97-AF65-F5344CB8AC3E}">
        <p14:creationId xmlns:p14="http://schemas.microsoft.com/office/powerpoint/2010/main" val="4263125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364458-3C23-382C-E406-83D31F046F1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4D433AF-0543-AC9F-6EA0-6076AF9590D1}"/>
              </a:ext>
            </a:extLst>
          </p:cNvPr>
          <p:cNvSpPr>
            <a:spLocks noGrp="1"/>
          </p:cNvSpPr>
          <p:nvPr>
            <p:ph type="dt" sz="half" idx="10"/>
          </p:nvPr>
        </p:nvSpPr>
        <p:spPr/>
        <p:txBody>
          <a:bodyPr/>
          <a:lstStyle/>
          <a:p>
            <a:fld id="{98397FDB-6CB5-4DBE-A533-FFB70F8CC7D5}" type="datetimeFigureOut">
              <a:rPr lang="zh-CN" altLang="en-US" smtClean="0"/>
              <a:t>2026/10/4</a:t>
            </a:fld>
            <a:endParaRPr lang="zh-CN" altLang="en-US"/>
          </a:p>
        </p:txBody>
      </p:sp>
      <p:sp>
        <p:nvSpPr>
          <p:cNvPr id="4" name="页脚占位符 3">
            <a:extLst>
              <a:ext uri="{FF2B5EF4-FFF2-40B4-BE49-F238E27FC236}">
                <a16:creationId xmlns:a16="http://schemas.microsoft.com/office/drawing/2014/main" id="{4E21E1A7-2741-4F1F-3DF8-5DB99D03A7B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D56B996-E74D-B43F-1AF6-AABFD00FF67A}"/>
              </a:ext>
            </a:extLst>
          </p:cNvPr>
          <p:cNvSpPr>
            <a:spLocks noGrp="1"/>
          </p:cNvSpPr>
          <p:nvPr>
            <p:ph type="sldNum" sz="quarter" idx="12"/>
          </p:nvPr>
        </p:nvSpPr>
        <p:spPr/>
        <p:txBody>
          <a:bodyPr/>
          <a:lstStyle/>
          <a:p>
            <a:fld id="{B3427ED5-E192-44A6-8EE3-2B0DEA6AF209}" type="slidenum">
              <a:rPr lang="zh-CN" altLang="en-US" smtClean="0"/>
              <a:t>‹#›</a:t>
            </a:fld>
            <a:endParaRPr lang="zh-CN" altLang="en-US"/>
          </a:p>
        </p:txBody>
      </p:sp>
    </p:spTree>
    <p:extLst>
      <p:ext uri="{BB962C8B-B14F-4D97-AF65-F5344CB8AC3E}">
        <p14:creationId xmlns:p14="http://schemas.microsoft.com/office/powerpoint/2010/main" val="113722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B180201-4777-D1ED-B326-463C720A77F6}"/>
              </a:ext>
            </a:extLst>
          </p:cNvPr>
          <p:cNvSpPr>
            <a:spLocks noGrp="1"/>
          </p:cNvSpPr>
          <p:nvPr>
            <p:ph type="dt" sz="half" idx="10"/>
          </p:nvPr>
        </p:nvSpPr>
        <p:spPr/>
        <p:txBody>
          <a:bodyPr/>
          <a:lstStyle/>
          <a:p>
            <a:fld id="{98397FDB-6CB5-4DBE-A533-FFB70F8CC7D5}" type="datetimeFigureOut">
              <a:rPr lang="zh-CN" altLang="en-US" smtClean="0"/>
              <a:t>2026/10/4</a:t>
            </a:fld>
            <a:endParaRPr lang="zh-CN" altLang="en-US"/>
          </a:p>
        </p:txBody>
      </p:sp>
      <p:sp>
        <p:nvSpPr>
          <p:cNvPr id="3" name="页脚占位符 2">
            <a:extLst>
              <a:ext uri="{FF2B5EF4-FFF2-40B4-BE49-F238E27FC236}">
                <a16:creationId xmlns:a16="http://schemas.microsoft.com/office/drawing/2014/main" id="{BAE30BF2-4D5E-34F0-E686-EAAAE5969C2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2CCAFFC-9124-26B8-3A53-9C2987B58F01}"/>
              </a:ext>
            </a:extLst>
          </p:cNvPr>
          <p:cNvSpPr>
            <a:spLocks noGrp="1"/>
          </p:cNvSpPr>
          <p:nvPr>
            <p:ph type="sldNum" sz="quarter" idx="12"/>
          </p:nvPr>
        </p:nvSpPr>
        <p:spPr/>
        <p:txBody>
          <a:bodyPr/>
          <a:lstStyle/>
          <a:p>
            <a:fld id="{B3427ED5-E192-44A6-8EE3-2B0DEA6AF209}" type="slidenum">
              <a:rPr lang="zh-CN" altLang="en-US" smtClean="0"/>
              <a:t>‹#›</a:t>
            </a:fld>
            <a:endParaRPr lang="zh-CN" altLang="en-US"/>
          </a:p>
        </p:txBody>
      </p:sp>
    </p:spTree>
    <p:extLst>
      <p:ext uri="{BB962C8B-B14F-4D97-AF65-F5344CB8AC3E}">
        <p14:creationId xmlns:p14="http://schemas.microsoft.com/office/powerpoint/2010/main" val="4217426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C978A-BDC9-6B46-3484-DB8D432C7754}"/>
              </a:ext>
            </a:extLst>
          </p:cNvPr>
          <p:cNvSpPr>
            <a:spLocks noGrp="1"/>
          </p:cNvSpPr>
          <p:nvPr>
            <p:ph type="title"/>
          </p:nvPr>
        </p:nvSpPr>
        <p:spPr>
          <a:xfrm>
            <a:off x="262434" y="179493"/>
            <a:ext cx="1228824" cy="628227"/>
          </a:xfrm>
        </p:spPr>
        <p:txBody>
          <a:bodyPr anchor="b"/>
          <a:lstStyle>
            <a:lvl1pPr>
              <a:defRPr sz="393"/>
            </a:lvl1pPr>
          </a:lstStyle>
          <a:p>
            <a:r>
              <a:rPr lang="zh-CN" altLang="en-US"/>
              <a:t>单击此处编辑母版标题样式</a:t>
            </a:r>
          </a:p>
        </p:txBody>
      </p:sp>
      <p:sp>
        <p:nvSpPr>
          <p:cNvPr id="3" name="内容占位符 2">
            <a:extLst>
              <a:ext uri="{FF2B5EF4-FFF2-40B4-BE49-F238E27FC236}">
                <a16:creationId xmlns:a16="http://schemas.microsoft.com/office/drawing/2014/main" id="{A2C8598F-3540-F9E2-CE46-AD25B7F431ED}"/>
              </a:ext>
            </a:extLst>
          </p:cNvPr>
          <p:cNvSpPr>
            <a:spLocks noGrp="1"/>
          </p:cNvSpPr>
          <p:nvPr>
            <p:ph idx="1"/>
          </p:nvPr>
        </p:nvSpPr>
        <p:spPr>
          <a:xfrm>
            <a:off x="1619747" y="387656"/>
            <a:ext cx="1928813" cy="1913349"/>
          </a:xfrm>
        </p:spPr>
        <p:txBody>
          <a:bodyPr/>
          <a:lstStyle>
            <a:lvl1pPr>
              <a:defRPr sz="393"/>
            </a:lvl1pPr>
            <a:lvl2pPr>
              <a:defRPr sz="344"/>
            </a:lvl2pPr>
            <a:lvl3pPr>
              <a:defRPr sz="294"/>
            </a:lvl3pPr>
            <a:lvl4pPr>
              <a:defRPr sz="245"/>
            </a:lvl4pPr>
            <a:lvl5pPr>
              <a:defRPr sz="245"/>
            </a:lvl5pPr>
            <a:lvl6pPr>
              <a:defRPr sz="245"/>
            </a:lvl6pPr>
            <a:lvl7pPr>
              <a:defRPr sz="245"/>
            </a:lvl7pPr>
            <a:lvl8pPr>
              <a:defRPr sz="245"/>
            </a:lvl8pPr>
            <a:lvl9pPr>
              <a:defRPr sz="245"/>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A979CAB-A895-DADF-96B4-A07CD490AD50}"/>
              </a:ext>
            </a:extLst>
          </p:cNvPr>
          <p:cNvSpPr>
            <a:spLocks noGrp="1"/>
          </p:cNvSpPr>
          <p:nvPr>
            <p:ph type="body" sz="half" idx="2"/>
          </p:nvPr>
        </p:nvSpPr>
        <p:spPr>
          <a:xfrm>
            <a:off x="262434" y="807720"/>
            <a:ext cx="1228824" cy="1496401"/>
          </a:xfrm>
        </p:spPr>
        <p:txBody>
          <a:bodyPr/>
          <a:lstStyle>
            <a:lvl1pPr marL="0" indent="0">
              <a:buNone/>
              <a:defRPr sz="196"/>
            </a:lvl1pPr>
            <a:lvl2pPr marL="56093" indent="0">
              <a:buNone/>
              <a:defRPr sz="172"/>
            </a:lvl2pPr>
            <a:lvl3pPr marL="112185" indent="0">
              <a:buNone/>
              <a:defRPr sz="147"/>
            </a:lvl3pPr>
            <a:lvl4pPr marL="168278" indent="0">
              <a:buNone/>
              <a:defRPr sz="123"/>
            </a:lvl4pPr>
            <a:lvl5pPr marL="224371" indent="0">
              <a:buNone/>
              <a:defRPr sz="123"/>
            </a:lvl5pPr>
            <a:lvl6pPr marL="280464" indent="0">
              <a:buNone/>
              <a:defRPr sz="123"/>
            </a:lvl6pPr>
            <a:lvl7pPr marL="336556" indent="0">
              <a:buNone/>
              <a:defRPr sz="123"/>
            </a:lvl7pPr>
            <a:lvl8pPr marL="392649" indent="0">
              <a:buNone/>
              <a:defRPr sz="123"/>
            </a:lvl8pPr>
            <a:lvl9pPr marL="448742" indent="0">
              <a:buNone/>
              <a:defRPr sz="123"/>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EF3D487-E469-E694-70A0-78D32849A1FC}"/>
              </a:ext>
            </a:extLst>
          </p:cNvPr>
          <p:cNvSpPr>
            <a:spLocks noGrp="1"/>
          </p:cNvSpPr>
          <p:nvPr>
            <p:ph type="dt" sz="half" idx="10"/>
          </p:nvPr>
        </p:nvSpPr>
        <p:spPr/>
        <p:txBody>
          <a:bodyPr/>
          <a:lstStyle/>
          <a:p>
            <a:fld id="{98397FDB-6CB5-4DBE-A533-FFB70F8CC7D5}" type="datetimeFigureOut">
              <a:rPr lang="zh-CN" altLang="en-US" smtClean="0"/>
              <a:t>2026/10/4</a:t>
            </a:fld>
            <a:endParaRPr lang="zh-CN" altLang="en-US"/>
          </a:p>
        </p:txBody>
      </p:sp>
      <p:sp>
        <p:nvSpPr>
          <p:cNvPr id="6" name="页脚占位符 5">
            <a:extLst>
              <a:ext uri="{FF2B5EF4-FFF2-40B4-BE49-F238E27FC236}">
                <a16:creationId xmlns:a16="http://schemas.microsoft.com/office/drawing/2014/main" id="{68D385E7-5537-632C-3656-108CF50C05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6086BA3-EB5F-23A5-875F-4C1887B74136}"/>
              </a:ext>
            </a:extLst>
          </p:cNvPr>
          <p:cNvSpPr>
            <a:spLocks noGrp="1"/>
          </p:cNvSpPr>
          <p:nvPr>
            <p:ph type="sldNum" sz="quarter" idx="12"/>
          </p:nvPr>
        </p:nvSpPr>
        <p:spPr/>
        <p:txBody>
          <a:bodyPr/>
          <a:lstStyle/>
          <a:p>
            <a:fld id="{B3427ED5-E192-44A6-8EE3-2B0DEA6AF209}" type="slidenum">
              <a:rPr lang="zh-CN" altLang="en-US" smtClean="0"/>
              <a:t>‹#›</a:t>
            </a:fld>
            <a:endParaRPr lang="zh-CN" altLang="en-US"/>
          </a:p>
        </p:txBody>
      </p:sp>
    </p:spTree>
    <p:extLst>
      <p:ext uri="{BB962C8B-B14F-4D97-AF65-F5344CB8AC3E}">
        <p14:creationId xmlns:p14="http://schemas.microsoft.com/office/powerpoint/2010/main" val="2738247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55FE56-CFC8-1E3A-3EA0-933D712BF02A}"/>
              </a:ext>
            </a:extLst>
          </p:cNvPr>
          <p:cNvSpPr>
            <a:spLocks noGrp="1"/>
          </p:cNvSpPr>
          <p:nvPr>
            <p:ph type="title"/>
          </p:nvPr>
        </p:nvSpPr>
        <p:spPr>
          <a:xfrm>
            <a:off x="262434" y="179493"/>
            <a:ext cx="1228824" cy="628227"/>
          </a:xfrm>
        </p:spPr>
        <p:txBody>
          <a:bodyPr anchor="b"/>
          <a:lstStyle>
            <a:lvl1pPr>
              <a:defRPr sz="393"/>
            </a:lvl1pPr>
          </a:lstStyle>
          <a:p>
            <a:r>
              <a:rPr lang="zh-CN" altLang="en-US"/>
              <a:t>单击此处编辑母版标题样式</a:t>
            </a:r>
          </a:p>
        </p:txBody>
      </p:sp>
      <p:sp>
        <p:nvSpPr>
          <p:cNvPr id="3" name="图片占位符 2">
            <a:extLst>
              <a:ext uri="{FF2B5EF4-FFF2-40B4-BE49-F238E27FC236}">
                <a16:creationId xmlns:a16="http://schemas.microsoft.com/office/drawing/2014/main" id="{AEB47957-6803-6136-4381-2D3E6646F22A}"/>
              </a:ext>
            </a:extLst>
          </p:cNvPr>
          <p:cNvSpPr>
            <a:spLocks noGrp="1" noChangeAspect="1"/>
          </p:cNvSpPr>
          <p:nvPr>
            <p:ph type="pic" idx="1"/>
          </p:nvPr>
        </p:nvSpPr>
        <p:spPr>
          <a:xfrm>
            <a:off x="1619747" y="387656"/>
            <a:ext cx="1928813" cy="1913349"/>
          </a:xfrm>
        </p:spPr>
        <p:txBody>
          <a:bodyPr/>
          <a:lstStyle>
            <a:lvl1pPr marL="0" indent="0">
              <a:buNone/>
              <a:defRPr sz="393"/>
            </a:lvl1pPr>
            <a:lvl2pPr marL="56093" indent="0">
              <a:buNone/>
              <a:defRPr sz="344"/>
            </a:lvl2pPr>
            <a:lvl3pPr marL="112185" indent="0">
              <a:buNone/>
              <a:defRPr sz="294"/>
            </a:lvl3pPr>
            <a:lvl4pPr marL="168278" indent="0">
              <a:buNone/>
              <a:defRPr sz="245"/>
            </a:lvl4pPr>
            <a:lvl5pPr marL="224371" indent="0">
              <a:buNone/>
              <a:defRPr sz="245"/>
            </a:lvl5pPr>
            <a:lvl6pPr marL="280464" indent="0">
              <a:buNone/>
              <a:defRPr sz="245"/>
            </a:lvl6pPr>
            <a:lvl7pPr marL="336556" indent="0">
              <a:buNone/>
              <a:defRPr sz="245"/>
            </a:lvl7pPr>
            <a:lvl8pPr marL="392649" indent="0">
              <a:buNone/>
              <a:defRPr sz="245"/>
            </a:lvl8pPr>
            <a:lvl9pPr marL="448742" indent="0">
              <a:buNone/>
              <a:defRPr sz="245"/>
            </a:lvl9pPr>
          </a:lstStyle>
          <a:p>
            <a:endParaRPr lang="zh-CN" altLang="en-US"/>
          </a:p>
        </p:txBody>
      </p:sp>
      <p:sp>
        <p:nvSpPr>
          <p:cNvPr id="4" name="文本占位符 3">
            <a:extLst>
              <a:ext uri="{FF2B5EF4-FFF2-40B4-BE49-F238E27FC236}">
                <a16:creationId xmlns:a16="http://schemas.microsoft.com/office/drawing/2014/main" id="{551E9A12-41C0-EFD2-5406-477DAF1F8DB9}"/>
              </a:ext>
            </a:extLst>
          </p:cNvPr>
          <p:cNvSpPr>
            <a:spLocks noGrp="1"/>
          </p:cNvSpPr>
          <p:nvPr>
            <p:ph type="body" sz="half" idx="2"/>
          </p:nvPr>
        </p:nvSpPr>
        <p:spPr>
          <a:xfrm>
            <a:off x="262434" y="807720"/>
            <a:ext cx="1228824" cy="1496401"/>
          </a:xfrm>
        </p:spPr>
        <p:txBody>
          <a:bodyPr/>
          <a:lstStyle>
            <a:lvl1pPr marL="0" indent="0">
              <a:buNone/>
              <a:defRPr sz="196"/>
            </a:lvl1pPr>
            <a:lvl2pPr marL="56093" indent="0">
              <a:buNone/>
              <a:defRPr sz="172"/>
            </a:lvl2pPr>
            <a:lvl3pPr marL="112185" indent="0">
              <a:buNone/>
              <a:defRPr sz="147"/>
            </a:lvl3pPr>
            <a:lvl4pPr marL="168278" indent="0">
              <a:buNone/>
              <a:defRPr sz="123"/>
            </a:lvl4pPr>
            <a:lvl5pPr marL="224371" indent="0">
              <a:buNone/>
              <a:defRPr sz="123"/>
            </a:lvl5pPr>
            <a:lvl6pPr marL="280464" indent="0">
              <a:buNone/>
              <a:defRPr sz="123"/>
            </a:lvl6pPr>
            <a:lvl7pPr marL="336556" indent="0">
              <a:buNone/>
              <a:defRPr sz="123"/>
            </a:lvl7pPr>
            <a:lvl8pPr marL="392649" indent="0">
              <a:buNone/>
              <a:defRPr sz="123"/>
            </a:lvl8pPr>
            <a:lvl9pPr marL="448742" indent="0">
              <a:buNone/>
              <a:defRPr sz="123"/>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8FB767E-2F6E-D4A6-0B93-F449C26A5E55}"/>
              </a:ext>
            </a:extLst>
          </p:cNvPr>
          <p:cNvSpPr>
            <a:spLocks noGrp="1"/>
          </p:cNvSpPr>
          <p:nvPr>
            <p:ph type="dt" sz="half" idx="10"/>
          </p:nvPr>
        </p:nvSpPr>
        <p:spPr/>
        <p:txBody>
          <a:bodyPr/>
          <a:lstStyle/>
          <a:p>
            <a:fld id="{98397FDB-6CB5-4DBE-A533-FFB70F8CC7D5}" type="datetimeFigureOut">
              <a:rPr lang="zh-CN" altLang="en-US" smtClean="0"/>
              <a:t>2026/10/4</a:t>
            </a:fld>
            <a:endParaRPr lang="zh-CN" altLang="en-US"/>
          </a:p>
        </p:txBody>
      </p:sp>
      <p:sp>
        <p:nvSpPr>
          <p:cNvPr id="6" name="页脚占位符 5">
            <a:extLst>
              <a:ext uri="{FF2B5EF4-FFF2-40B4-BE49-F238E27FC236}">
                <a16:creationId xmlns:a16="http://schemas.microsoft.com/office/drawing/2014/main" id="{F1328D5D-66D6-F892-83BF-577FE8A0E72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CB4699D-A429-3B42-A491-6E786744E408}"/>
              </a:ext>
            </a:extLst>
          </p:cNvPr>
          <p:cNvSpPr>
            <a:spLocks noGrp="1"/>
          </p:cNvSpPr>
          <p:nvPr>
            <p:ph type="sldNum" sz="quarter" idx="12"/>
          </p:nvPr>
        </p:nvSpPr>
        <p:spPr/>
        <p:txBody>
          <a:bodyPr/>
          <a:lstStyle/>
          <a:p>
            <a:fld id="{B3427ED5-E192-44A6-8EE3-2B0DEA6AF209}" type="slidenum">
              <a:rPr lang="zh-CN" altLang="en-US" smtClean="0"/>
              <a:t>‹#›</a:t>
            </a:fld>
            <a:endParaRPr lang="zh-CN" altLang="en-US"/>
          </a:p>
        </p:txBody>
      </p:sp>
    </p:spTree>
    <p:extLst>
      <p:ext uri="{BB962C8B-B14F-4D97-AF65-F5344CB8AC3E}">
        <p14:creationId xmlns:p14="http://schemas.microsoft.com/office/powerpoint/2010/main" val="85020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CAD9E8-F4CC-BEE1-3E06-F49D9039CA3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B5114C0-4438-8044-8763-808126D4BE7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34544FB-395A-47DA-37F8-1D0AB56950A3}"/>
              </a:ext>
            </a:extLst>
          </p:cNvPr>
          <p:cNvSpPr>
            <a:spLocks noGrp="1"/>
          </p:cNvSpPr>
          <p:nvPr>
            <p:ph type="dt" sz="half" idx="10"/>
          </p:nvPr>
        </p:nvSpPr>
        <p:spPr/>
        <p:txBody>
          <a:bodyPr/>
          <a:lstStyle/>
          <a:p>
            <a:fld id="{98397FDB-6CB5-4DBE-A533-FFB70F8CC7D5}" type="datetimeFigureOut">
              <a:rPr lang="zh-CN" altLang="en-US" smtClean="0"/>
              <a:t>2026/10/4</a:t>
            </a:fld>
            <a:endParaRPr lang="zh-CN" altLang="en-US"/>
          </a:p>
        </p:txBody>
      </p:sp>
      <p:sp>
        <p:nvSpPr>
          <p:cNvPr id="5" name="页脚占位符 4">
            <a:extLst>
              <a:ext uri="{FF2B5EF4-FFF2-40B4-BE49-F238E27FC236}">
                <a16:creationId xmlns:a16="http://schemas.microsoft.com/office/drawing/2014/main" id="{87F22BB3-B9CC-2EB4-4FBA-1398F98A2A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11F8D81-9E4C-DCFA-F9CD-0049F3314CC3}"/>
              </a:ext>
            </a:extLst>
          </p:cNvPr>
          <p:cNvSpPr>
            <a:spLocks noGrp="1"/>
          </p:cNvSpPr>
          <p:nvPr>
            <p:ph type="sldNum" sz="quarter" idx="12"/>
          </p:nvPr>
        </p:nvSpPr>
        <p:spPr/>
        <p:txBody>
          <a:bodyPr/>
          <a:lstStyle/>
          <a:p>
            <a:fld id="{B3427ED5-E192-44A6-8EE3-2B0DEA6AF209}" type="slidenum">
              <a:rPr lang="zh-CN" altLang="en-US" smtClean="0"/>
              <a:t>‹#›</a:t>
            </a:fld>
            <a:endParaRPr lang="zh-CN" altLang="en-US"/>
          </a:p>
        </p:txBody>
      </p:sp>
    </p:spTree>
    <p:extLst>
      <p:ext uri="{BB962C8B-B14F-4D97-AF65-F5344CB8AC3E}">
        <p14:creationId xmlns:p14="http://schemas.microsoft.com/office/powerpoint/2010/main" val="2296378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09AF0FD-54BC-9725-CC8B-57EC2E6397EE}"/>
              </a:ext>
            </a:extLst>
          </p:cNvPr>
          <p:cNvSpPr>
            <a:spLocks noGrp="1"/>
          </p:cNvSpPr>
          <p:nvPr>
            <p:ph type="title" orient="vert"/>
          </p:nvPr>
        </p:nvSpPr>
        <p:spPr>
          <a:xfrm>
            <a:off x="2726532" y="143345"/>
            <a:ext cx="821531" cy="228168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B8CE09D-80E0-D250-F1E3-0C95B98FEB80}"/>
              </a:ext>
            </a:extLst>
          </p:cNvPr>
          <p:cNvSpPr>
            <a:spLocks noGrp="1"/>
          </p:cNvSpPr>
          <p:nvPr>
            <p:ph type="body" orient="vert" idx="1"/>
          </p:nvPr>
        </p:nvSpPr>
        <p:spPr>
          <a:xfrm>
            <a:off x="261938" y="143345"/>
            <a:ext cx="2416969" cy="228168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3984172-F6A7-0E90-AADB-CE86A6B2B948}"/>
              </a:ext>
            </a:extLst>
          </p:cNvPr>
          <p:cNvSpPr>
            <a:spLocks noGrp="1"/>
          </p:cNvSpPr>
          <p:nvPr>
            <p:ph type="dt" sz="half" idx="10"/>
          </p:nvPr>
        </p:nvSpPr>
        <p:spPr/>
        <p:txBody>
          <a:bodyPr/>
          <a:lstStyle/>
          <a:p>
            <a:fld id="{98397FDB-6CB5-4DBE-A533-FFB70F8CC7D5}" type="datetimeFigureOut">
              <a:rPr lang="zh-CN" altLang="en-US" smtClean="0"/>
              <a:t>2026/10/4</a:t>
            </a:fld>
            <a:endParaRPr lang="zh-CN" altLang="en-US"/>
          </a:p>
        </p:txBody>
      </p:sp>
      <p:sp>
        <p:nvSpPr>
          <p:cNvPr id="5" name="页脚占位符 4">
            <a:extLst>
              <a:ext uri="{FF2B5EF4-FFF2-40B4-BE49-F238E27FC236}">
                <a16:creationId xmlns:a16="http://schemas.microsoft.com/office/drawing/2014/main" id="{6D6C2B0C-05D2-1C76-55BC-4843022BD74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466C7DC-E1F9-B20D-934C-AA52DA3CD23C}"/>
              </a:ext>
            </a:extLst>
          </p:cNvPr>
          <p:cNvSpPr>
            <a:spLocks noGrp="1"/>
          </p:cNvSpPr>
          <p:nvPr>
            <p:ph type="sldNum" sz="quarter" idx="12"/>
          </p:nvPr>
        </p:nvSpPr>
        <p:spPr/>
        <p:txBody>
          <a:bodyPr/>
          <a:lstStyle/>
          <a:p>
            <a:fld id="{B3427ED5-E192-44A6-8EE3-2B0DEA6AF209}" type="slidenum">
              <a:rPr lang="zh-CN" altLang="en-US" smtClean="0"/>
              <a:t>‹#›</a:t>
            </a:fld>
            <a:endParaRPr lang="zh-CN" altLang="en-US"/>
          </a:p>
        </p:txBody>
      </p:sp>
    </p:spTree>
    <p:extLst>
      <p:ext uri="{BB962C8B-B14F-4D97-AF65-F5344CB8AC3E}">
        <p14:creationId xmlns:p14="http://schemas.microsoft.com/office/powerpoint/2010/main" val="259005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143AEE7-A41C-571C-05F6-72DBB35CF234}"/>
              </a:ext>
            </a:extLst>
          </p:cNvPr>
          <p:cNvSpPr>
            <a:spLocks noGrp="1"/>
          </p:cNvSpPr>
          <p:nvPr>
            <p:ph type="title"/>
          </p:nvPr>
        </p:nvSpPr>
        <p:spPr>
          <a:xfrm>
            <a:off x="261939" y="143346"/>
            <a:ext cx="3286125" cy="520406"/>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B33807-5829-D357-A462-24CCD240A686}"/>
              </a:ext>
            </a:extLst>
          </p:cNvPr>
          <p:cNvSpPr>
            <a:spLocks noGrp="1"/>
          </p:cNvSpPr>
          <p:nvPr>
            <p:ph type="body" idx="1"/>
          </p:nvPr>
        </p:nvSpPr>
        <p:spPr>
          <a:xfrm>
            <a:off x="261939" y="716727"/>
            <a:ext cx="3286125" cy="170830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7641870-A18A-58A9-FF65-ECD11EDA8E7E}"/>
              </a:ext>
            </a:extLst>
          </p:cNvPr>
          <p:cNvSpPr>
            <a:spLocks noGrp="1"/>
          </p:cNvSpPr>
          <p:nvPr>
            <p:ph type="dt" sz="half" idx="2"/>
          </p:nvPr>
        </p:nvSpPr>
        <p:spPr>
          <a:xfrm>
            <a:off x="261938" y="2495457"/>
            <a:ext cx="857250" cy="143345"/>
          </a:xfrm>
          <a:prstGeom prst="rect">
            <a:avLst/>
          </a:prstGeom>
        </p:spPr>
        <p:txBody>
          <a:bodyPr vert="horz" lIns="91440" tIns="45720" rIns="91440" bIns="45720" rtlCol="0" anchor="ctr"/>
          <a:lstStyle>
            <a:lvl1pPr algn="l">
              <a:defRPr sz="147">
                <a:solidFill>
                  <a:schemeClr val="tx1">
                    <a:tint val="82000"/>
                  </a:schemeClr>
                </a:solidFill>
              </a:defRPr>
            </a:lvl1pPr>
          </a:lstStyle>
          <a:p>
            <a:fld id="{98397FDB-6CB5-4DBE-A533-FFB70F8CC7D5}" type="datetimeFigureOut">
              <a:rPr lang="zh-CN" altLang="en-US" smtClean="0"/>
              <a:t>2026/10/4</a:t>
            </a:fld>
            <a:endParaRPr lang="zh-CN" altLang="en-US"/>
          </a:p>
        </p:txBody>
      </p:sp>
      <p:sp>
        <p:nvSpPr>
          <p:cNvPr id="5" name="页脚占位符 4">
            <a:extLst>
              <a:ext uri="{FF2B5EF4-FFF2-40B4-BE49-F238E27FC236}">
                <a16:creationId xmlns:a16="http://schemas.microsoft.com/office/drawing/2014/main" id="{D5549B9C-EDCA-DE0B-49CC-C930EF062B9B}"/>
              </a:ext>
            </a:extLst>
          </p:cNvPr>
          <p:cNvSpPr>
            <a:spLocks noGrp="1"/>
          </p:cNvSpPr>
          <p:nvPr>
            <p:ph type="ftr" sz="quarter" idx="3"/>
          </p:nvPr>
        </p:nvSpPr>
        <p:spPr>
          <a:xfrm>
            <a:off x="1262064" y="2495457"/>
            <a:ext cx="1285875" cy="143345"/>
          </a:xfrm>
          <a:prstGeom prst="rect">
            <a:avLst/>
          </a:prstGeom>
        </p:spPr>
        <p:txBody>
          <a:bodyPr vert="horz" lIns="91440" tIns="45720" rIns="91440" bIns="45720" rtlCol="0" anchor="ctr"/>
          <a:lstStyle>
            <a:lvl1pPr algn="ctr">
              <a:defRPr sz="147">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5D6DC04B-42D5-7A57-6AD4-E2B696981ADF}"/>
              </a:ext>
            </a:extLst>
          </p:cNvPr>
          <p:cNvSpPr>
            <a:spLocks noGrp="1"/>
          </p:cNvSpPr>
          <p:nvPr>
            <p:ph type="sldNum" sz="quarter" idx="4"/>
          </p:nvPr>
        </p:nvSpPr>
        <p:spPr>
          <a:xfrm>
            <a:off x="2690813" y="2495457"/>
            <a:ext cx="857250" cy="143345"/>
          </a:xfrm>
          <a:prstGeom prst="rect">
            <a:avLst/>
          </a:prstGeom>
        </p:spPr>
        <p:txBody>
          <a:bodyPr vert="horz" lIns="91440" tIns="45720" rIns="91440" bIns="45720" rtlCol="0" anchor="ctr"/>
          <a:lstStyle>
            <a:lvl1pPr algn="r">
              <a:defRPr sz="147">
                <a:solidFill>
                  <a:schemeClr val="tx1">
                    <a:tint val="82000"/>
                  </a:schemeClr>
                </a:solidFill>
              </a:defRPr>
            </a:lvl1pPr>
          </a:lstStyle>
          <a:p>
            <a:fld id="{B3427ED5-E192-44A6-8EE3-2B0DEA6AF209}" type="slidenum">
              <a:rPr lang="zh-CN" altLang="en-US" smtClean="0"/>
              <a:t>‹#›</a:t>
            </a:fld>
            <a:endParaRPr lang="zh-CN" altLang="en-US"/>
          </a:p>
        </p:txBody>
      </p:sp>
    </p:spTree>
    <p:extLst>
      <p:ext uri="{BB962C8B-B14F-4D97-AF65-F5344CB8AC3E}">
        <p14:creationId xmlns:p14="http://schemas.microsoft.com/office/powerpoint/2010/main" val="4013791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12185" rtl="0" eaLnBrk="1" latinLnBrk="0" hangingPunct="1">
        <a:lnSpc>
          <a:spcPct val="90000"/>
        </a:lnSpc>
        <a:spcBef>
          <a:spcPct val="0"/>
        </a:spcBef>
        <a:buNone/>
        <a:defRPr sz="540" kern="1200">
          <a:solidFill>
            <a:schemeClr val="tx1"/>
          </a:solidFill>
          <a:latin typeface="+mj-lt"/>
          <a:ea typeface="+mj-ea"/>
          <a:cs typeface="+mj-cs"/>
        </a:defRPr>
      </a:lvl1pPr>
    </p:titleStyle>
    <p:bodyStyle>
      <a:lvl1pPr marL="28047" indent="-28047" algn="l" defTabSz="112185" rtl="0" eaLnBrk="1" latinLnBrk="0" hangingPunct="1">
        <a:lnSpc>
          <a:spcPct val="90000"/>
        </a:lnSpc>
        <a:spcBef>
          <a:spcPts val="123"/>
        </a:spcBef>
        <a:buFont typeface="Arial" panose="020B0604020202020204" pitchFamily="34" charset="0"/>
        <a:buChar char="•"/>
        <a:defRPr sz="344" kern="1200">
          <a:solidFill>
            <a:schemeClr val="tx1"/>
          </a:solidFill>
          <a:latin typeface="+mn-lt"/>
          <a:ea typeface="+mn-ea"/>
          <a:cs typeface="+mn-cs"/>
        </a:defRPr>
      </a:lvl1pPr>
      <a:lvl2pPr marL="84139" indent="-28047" algn="l" defTabSz="112185" rtl="0" eaLnBrk="1" latinLnBrk="0" hangingPunct="1">
        <a:lnSpc>
          <a:spcPct val="90000"/>
        </a:lnSpc>
        <a:spcBef>
          <a:spcPts val="61"/>
        </a:spcBef>
        <a:buFont typeface="Arial" panose="020B0604020202020204" pitchFamily="34" charset="0"/>
        <a:buChar char="•"/>
        <a:defRPr sz="294" kern="1200">
          <a:solidFill>
            <a:schemeClr val="tx1"/>
          </a:solidFill>
          <a:latin typeface="+mn-lt"/>
          <a:ea typeface="+mn-ea"/>
          <a:cs typeface="+mn-cs"/>
        </a:defRPr>
      </a:lvl2pPr>
      <a:lvl3pPr marL="140232" indent="-28047" algn="l" defTabSz="112185" rtl="0" eaLnBrk="1" latinLnBrk="0" hangingPunct="1">
        <a:lnSpc>
          <a:spcPct val="90000"/>
        </a:lnSpc>
        <a:spcBef>
          <a:spcPts val="61"/>
        </a:spcBef>
        <a:buFont typeface="Arial" panose="020B0604020202020204" pitchFamily="34" charset="0"/>
        <a:buChar char="•"/>
        <a:defRPr sz="245" kern="1200">
          <a:solidFill>
            <a:schemeClr val="tx1"/>
          </a:solidFill>
          <a:latin typeface="+mn-lt"/>
          <a:ea typeface="+mn-ea"/>
          <a:cs typeface="+mn-cs"/>
        </a:defRPr>
      </a:lvl3pPr>
      <a:lvl4pPr marL="196325" indent="-28047" algn="l" defTabSz="112185" rtl="0" eaLnBrk="1" latinLnBrk="0" hangingPunct="1">
        <a:lnSpc>
          <a:spcPct val="90000"/>
        </a:lnSpc>
        <a:spcBef>
          <a:spcPts val="61"/>
        </a:spcBef>
        <a:buFont typeface="Arial" panose="020B0604020202020204" pitchFamily="34" charset="0"/>
        <a:buChar char="•"/>
        <a:defRPr sz="221" kern="1200">
          <a:solidFill>
            <a:schemeClr val="tx1"/>
          </a:solidFill>
          <a:latin typeface="+mn-lt"/>
          <a:ea typeface="+mn-ea"/>
          <a:cs typeface="+mn-cs"/>
        </a:defRPr>
      </a:lvl4pPr>
      <a:lvl5pPr marL="252417" indent="-28047" algn="l" defTabSz="112185" rtl="0" eaLnBrk="1" latinLnBrk="0" hangingPunct="1">
        <a:lnSpc>
          <a:spcPct val="90000"/>
        </a:lnSpc>
        <a:spcBef>
          <a:spcPts val="61"/>
        </a:spcBef>
        <a:buFont typeface="Arial" panose="020B0604020202020204" pitchFamily="34" charset="0"/>
        <a:buChar char="•"/>
        <a:defRPr sz="221" kern="1200">
          <a:solidFill>
            <a:schemeClr val="tx1"/>
          </a:solidFill>
          <a:latin typeface="+mn-lt"/>
          <a:ea typeface="+mn-ea"/>
          <a:cs typeface="+mn-cs"/>
        </a:defRPr>
      </a:lvl5pPr>
      <a:lvl6pPr marL="308510" indent="-28047" algn="l" defTabSz="112185" rtl="0" eaLnBrk="1" latinLnBrk="0" hangingPunct="1">
        <a:lnSpc>
          <a:spcPct val="90000"/>
        </a:lnSpc>
        <a:spcBef>
          <a:spcPts val="61"/>
        </a:spcBef>
        <a:buFont typeface="Arial" panose="020B0604020202020204" pitchFamily="34" charset="0"/>
        <a:buChar char="•"/>
        <a:defRPr sz="221" kern="1200">
          <a:solidFill>
            <a:schemeClr val="tx1"/>
          </a:solidFill>
          <a:latin typeface="+mn-lt"/>
          <a:ea typeface="+mn-ea"/>
          <a:cs typeface="+mn-cs"/>
        </a:defRPr>
      </a:lvl6pPr>
      <a:lvl7pPr marL="364603" indent="-28047" algn="l" defTabSz="112185" rtl="0" eaLnBrk="1" latinLnBrk="0" hangingPunct="1">
        <a:lnSpc>
          <a:spcPct val="90000"/>
        </a:lnSpc>
        <a:spcBef>
          <a:spcPts val="61"/>
        </a:spcBef>
        <a:buFont typeface="Arial" panose="020B0604020202020204" pitchFamily="34" charset="0"/>
        <a:buChar char="•"/>
        <a:defRPr sz="221" kern="1200">
          <a:solidFill>
            <a:schemeClr val="tx1"/>
          </a:solidFill>
          <a:latin typeface="+mn-lt"/>
          <a:ea typeface="+mn-ea"/>
          <a:cs typeface="+mn-cs"/>
        </a:defRPr>
      </a:lvl7pPr>
      <a:lvl8pPr marL="420696" indent="-28047" algn="l" defTabSz="112185" rtl="0" eaLnBrk="1" latinLnBrk="0" hangingPunct="1">
        <a:lnSpc>
          <a:spcPct val="90000"/>
        </a:lnSpc>
        <a:spcBef>
          <a:spcPts val="61"/>
        </a:spcBef>
        <a:buFont typeface="Arial" panose="020B0604020202020204" pitchFamily="34" charset="0"/>
        <a:buChar char="•"/>
        <a:defRPr sz="221" kern="1200">
          <a:solidFill>
            <a:schemeClr val="tx1"/>
          </a:solidFill>
          <a:latin typeface="+mn-lt"/>
          <a:ea typeface="+mn-ea"/>
          <a:cs typeface="+mn-cs"/>
        </a:defRPr>
      </a:lvl8pPr>
      <a:lvl9pPr marL="476788" indent="-28047" algn="l" defTabSz="112185" rtl="0" eaLnBrk="1" latinLnBrk="0" hangingPunct="1">
        <a:lnSpc>
          <a:spcPct val="90000"/>
        </a:lnSpc>
        <a:spcBef>
          <a:spcPts val="61"/>
        </a:spcBef>
        <a:buFont typeface="Arial" panose="020B0604020202020204" pitchFamily="34" charset="0"/>
        <a:buChar char="•"/>
        <a:defRPr sz="221" kern="1200">
          <a:solidFill>
            <a:schemeClr val="tx1"/>
          </a:solidFill>
          <a:latin typeface="+mn-lt"/>
          <a:ea typeface="+mn-ea"/>
          <a:cs typeface="+mn-cs"/>
        </a:defRPr>
      </a:lvl9pPr>
    </p:bodyStyle>
    <p:otherStyle>
      <a:defPPr>
        <a:defRPr lang="zh-CN"/>
      </a:defPPr>
      <a:lvl1pPr marL="0" algn="l" defTabSz="112185" rtl="0" eaLnBrk="1" latinLnBrk="0" hangingPunct="1">
        <a:defRPr sz="221" kern="1200">
          <a:solidFill>
            <a:schemeClr val="tx1"/>
          </a:solidFill>
          <a:latin typeface="+mn-lt"/>
          <a:ea typeface="+mn-ea"/>
          <a:cs typeface="+mn-cs"/>
        </a:defRPr>
      </a:lvl1pPr>
      <a:lvl2pPr marL="56093" algn="l" defTabSz="112185" rtl="0" eaLnBrk="1" latinLnBrk="0" hangingPunct="1">
        <a:defRPr sz="221" kern="1200">
          <a:solidFill>
            <a:schemeClr val="tx1"/>
          </a:solidFill>
          <a:latin typeface="+mn-lt"/>
          <a:ea typeface="+mn-ea"/>
          <a:cs typeface="+mn-cs"/>
        </a:defRPr>
      </a:lvl2pPr>
      <a:lvl3pPr marL="112185" algn="l" defTabSz="112185" rtl="0" eaLnBrk="1" latinLnBrk="0" hangingPunct="1">
        <a:defRPr sz="221" kern="1200">
          <a:solidFill>
            <a:schemeClr val="tx1"/>
          </a:solidFill>
          <a:latin typeface="+mn-lt"/>
          <a:ea typeface="+mn-ea"/>
          <a:cs typeface="+mn-cs"/>
        </a:defRPr>
      </a:lvl3pPr>
      <a:lvl4pPr marL="168278" algn="l" defTabSz="112185" rtl="0" eaLnBrk="1" latinLnBrk="0" hangingPunct="1">
        <a:defRPr sz="221" kern="1200">
          <a:solidFill>
            <a:schemeClr val="tx1"/>
          </a:solidFill>
          <a:latin typeface="+mn-lt"/>
          <a:ea typeface="+mn-ea"/>
          <a:cs typeface="+mn-cs"/>
        </a:defRPr>
      </a:lvl4pPr>
      <a:lvl5pPr marL="224371" algn="l" defTabSz="112185" rtl="0" eaLnBrk="1" latinLnBrk="0" hangingPunct="1">
        <a:defRPr sz="221" kern="1200">
          <a:solidFill>
            <a:schemeClr val="tx1"/>
          </a:solidFill>
          <a:latin typeface="+mn-lt"/>
          <a:ea typeface="+mn-ea"/>
          <a:cs typeface="+mn-cs"/>
        </a:defRPr>
      </a:lvl5pPr>
      <a:lvl6pPr marL="280464" algn="l" defTabSz="112185" rtl="0" eaLnBrk="1" latinLnBrk="0" hangingPunct="1">
        <a:defRPr sz="221" kern="1200">
          <a:solidFill>
            <a:schemeClr val="tx1"/>
          </a:solidFill>
          <a:latin typeface="+mn-lt"/>
          <a:ea typeface="+mn-ea"/>
          <a:cs typeface="+mn-cs"/>
        </a:defRPr>
      </a:lvl6pPr>
      <a:lvl7pPr marL="336556" algn="l" defTabSz="112185" rtl="0" eaLnBrk="1" latinLnBrk="0" hangingPunct="1">
        <a:defRPr sz="221" kern="1200">
          <a:solidFill>
            <a:schemeClr val="tx1"/>
          </a:solidFill>
          <a:latin typeface="+mn-lt"/>
          <a:ea typeface="+mn-ea"/>
          <a:cs typeface="+mn-cs"/>
        </a:defRPr>
      </a:lvl7pPr>
      <a:lvl8pPr marL="392649" algn="l" defTabSz="112185" rtl="0" eaLnBrk="1" latinLnBrk="0" hangingPunct="1">
        <a:defRPr sz="221" kern="1200">
          <a:solidFill>
            <a:schemeClr val="tx1"/>
          </a:solidFill>
          <a:latin typeface="+mn-lt"/>
          <a:ea typeface="+mn-ea"/>
          <a:cs typeface="+mn-cs"/>
        </a:defRPr>
      </a:lvl8pPr>
      <a:lvl9pPr marL="448742" algn="l" defTabSz="112185" rtl="0" eaLnBrk="1" latinLnBrk="0" hangingPunct="1">
        <a:defRPr sz="22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A88CBA89-72F0-45EB-389A-844D0500F98E}"/>
              </a:ext>
            </a:extLst>
          </p:cNvPr>
          <p:cNvSpPr/>
          <p:nvPr/>
        </p:nvSpPr>
        <p:spPr>
          <a:xfrm>
            <a:off x="152400" y="88900"/>
            <a:ext cx="215900" cy="139700"/>
          </a:xfrm>
          <a:prstGeom prst="roundRect">
            <a:avLst>
              <a:gd name="adj" fmla="val 8000"/>
            </a:avLst>
          </a:prstGeom>
          <a:solidFill>
            <a:srgbClr val="FBE8CA"/>
          </a:solidFill>
          <a:ln w="6985">
            <a:solidFill>
              <a:srgbClr val="A5ADB2"/>
            </a:solidFill>
          </a:ln>
        </p:spPr>
        <p:style>
          <a:lnRef idx="2">
            <a:schemeClr val="accent1">
              <a:shade val="15000"/>
            </a:schemeClr>
          </a:lnRef>
          <a:fillRef idx="1">
            <a:schemeClr val="accent1"/>
          </a:fillRef>
          <a:effectRef idx="0">
            <a:schemeClr val="accent1"/>
          </a:effectRef>
          <a:fontRef idx="minor">
            <a:schemeClr val="lt1"/>
          </a:fontRef>
        </p:style>
        <p:txBody>
          <a:bodyPr wrap="none" lIns="12700" tIns="0" rIns="12700" bIns="0" rtlCol="0" anchor="ctr">
            <a:noAutofit/>
          </a:bodyPr>
          <a:lstStyle/>
          <a:p>
            <a:pPr algn="ctr"/>
            <a:endParaRPr lang="zh-CN" altLang="en-US" sz="900">
              <a:solidFill>
                <a:srgbClr val="263640"/>
              </a:solidFill>
              <a:latin typeface="Arial" panose="020B0604020202020204" pitchFamily="34" charset="0"/>
            </a:endParaRPr>
          </a:p>
        </p:txBody>
      </p:sp>
      <p:sp>
        <p:nvSpPr>
          <p:cNvPr id="3" name="文本框 2">
            <a:extLst>
              <a:ext uri="{FF2B5EF4-FFF2-40B4-BE49-F238E27FC236}">
                <a16:creationId xmlns:a16="http://schemas.microsoft.com/office/drawing/2014/main" id="{FC874BA8-9A7B-7B86-8F2B-13476B56DDAB}"/>
              </a:ext>
            </a:extLst>
          </p:cNvPr>
          <p:cNvSpPr txBox="1"/>
          <p:nvPr/>
        </p:nvSpPr>
        <p:spPr>
          <a:xfrm>
            <a:off x="419100" y="63500"/>
            <a:ext cx="1384300" cy="276999"/>
          </a:xfrm>
          <a:prstGeom prst="rect">
            <a:avLst/>
          </a:prstGeom>
          <a:noFill/>
        </p:spPr>
        <p:txBody>
          <a:bodyPr vert="horz" wrap="none" lIns="0" tIns="0" rIns="0" bIns="0" rtlCol="0" anchor="ctr">
            <a:noAutofit/>
          </a:bodyPr>
          <a:lstStyle/>
          <a:p>
            <a:pPr algn="ctr"/>
            <a:r>
              <a:rPr lang="en-US" altLang="zh-CN" sz="860">
                <a:solidFill>
                  <a:srgbClr val="263640"/>
                </a:solidFill>
                <a:latin typeface="Arial" panose="020B0604020202020204" pitchFamily="34" charset="0"/>
              </a:rPr>
              <a:t>Segmentation query</a:t>
            </a:r>
            <a:endParaRPr lang="zh-CN" altLang="en-US" sz="860">
              <a:solidFill>
                <a:srgbClr val="263640"/>
              </a:solidFill>
              <a:latin typeface="Arial" panose="020B0604020202020204" pitchFamily="34" charset="0"/>
            </a:endParaRPr>
          </a:p>
        </p:txBody>
      </p:sp>
      <p:sp>
        <p:nvSpPr>
          <p:cNvPr id="4" name="矩形: 圆角 3">
            <a:extLst>
              <a:ext uri="{FF2B5EF4-FFF2-40B4-BE49-F238E27FC236}">
                <a16:creationId xmlns:a16="http://schemas.microsoft.com/office/drawing/2014/main" id="{978A239F-1337-4219-BFCF-B8B9EE36E640}"/>
              </a:ext>
            </a:extLst>
          </p:cNvPr>
          <p:cNvSpPr/>
          <p:nvPr/>
        </p:nvSpPr>
        <p:spPr>
          <a:xfrm>
            <a:off x="1981200" y="88900"/>
            <a:ext cx="215900" cy="139700"/>
          </a:xfrm>
          <a:prstGeom prst="roundRect">
            <a:avLst>
              <a:gd name="adj" fmla="val 8000"/>
            </a:avLst>
          </a:prstGeom>
          <a:solidFill>
            <a:srgbClr val="DCEEDC"/>
          </a:solidFill>
          <a:ln w="6985">
            <a:solidFill>
              <a:srgbClr val="79A582"/>
            </a:solidFill>
          </a:ln>
        </p:spPr>
        <p:style>
          <a:lnRef idx="2">
            <a:schemeClr val="accent1">
              <a:shade val="15000"/>
            </a:schemeClr>
          </a:lnRef>
          <a:fillRef idx="1">
            <a:schemeClr val="accent1"/>
          </a:fillRef>
          <a:effectRef idx="0">
            <a:schemeClr val="accent1"/>
          </a:effectRef>
          <a:fontRef idx="minor">
            <a:schemeClr val="lt1"/>
          </a:fontRef>
        </p:style>
        <p:txBody>
          <a:bodyPr wrap="none" lIns="12700" tIns="0" rIns="12700" bIns="0" rtlCol="0" anchor="ctr">
            <a:noAutofit/>
          </a:bodyPr>
          <a:lstStyle/>
          <a:p>
            <a:pPr algn="ctr"/>
            <a:endParaRPr lang="zh-CN" altLang="en-US" sz="900">
              <a:solidFill>
                <a:srgbClr val="263640"/>
              </a:solidFill>
              <a:latin typeface="Arial" panose="020B0604020202020204" pitchFamily="34" charset="0"/>
            </a:endParaRPr>
          </a:p>
        </p:txBody>
      </p:sp>
      <p:sp>
        <p:nvSpPr>
          <p:cNvPr id="5" name="文本框 4">
            <a:extLst>
              <a:ext uri="{FF2B5EF4-FFF2-40B4-BE49-F238E27FC236}">
                <a16:creationId xmlns:a16="http://schemas.microsoft.com/office/drawing/2014/main" id="{98A2F034-C9FC-43FE-0459-15751D42B261}"/>
              </a:ext>
            </a:extLst>
          </p:cNvPr>
          <p:cNvSpPr txBox="1"/>
          <p:nvPr/>
        </p:nvSpPr>
        <p:spPr>
          <a:xfrm>
            <a:off x="2247900" y="63500"/>
            <a:ext cx="1333500" cy="276999"/>
          </a:xfrm>
          <a:prstGeom prst="rect">
            <a:avLst/>
          </a:prstGeom>
          <a:noFill/>
        </p:spPr>
        <p:txBody>
          <a:bodyPr vert="horz" wrap="none" lIns="0" tIns="0" rIns="0" bIns="0" rtlCol="0" anchor="ctr">
            <a:noAutofit/>
          </a:bodyPr>
          <a:lstStyle/>
          <a:p>
            <a:pPr algn="ctr"/>
            <a:r>
              <a:rPr lang="en-US" altLang="zh-CN" sz="860">
                <a:solidFill>
                  <a:srgbClr val="263640"/>
                </a:solidFill>
                <a:latin typeface="Arial" panose="020B0604020202020204" pitchFamily="34" charset="0"/>
              </a:rPr>
              <a:t>Function query</a:t>
            </a:r>
            <a:endParaRPr lang="zh-CN" altLang="en-US" sz="860">
              <a:solidFill>
                <a:srgbClr val="263640"/>
              </a:solidFill>
              <a:latin typeface="Arial" panose="020B0604020202020204" pitchFamily="34" charset="0"/>
            </a:endParaRPr>
          </a:p>
        </p:txBody>
      </p:sp>
      <p:cxnSp>
        <p:nvCxnSpPr>
          <p:cNvPr id="6" name="直接连接符 5">
            <a:extLst>
              <a:ext uri="{FF2B5EF4-FFF2-40B4-BE49-F238E27FC236}">
                <a16:creationId xmlns:a16="http://schemas.microsoft.com/office/drawing/2014/main" id="{61E37D9D-1F7A-4C66-68D7-4B2A297AED11}"/>
              </a:ext>
            </a:extLst>
          </p:cNvPr>
          <p:cNvCxnSpPr/>
          <p:nvPr/>
        </p:nvCxnSpPr>
        <p:spPr>
          <a:xfrm>
            <a:off x="88900" y="342900"/>
            <a:ext cx="3632200" cy="0"/>
          </a:xfrm>
          <a:prstGeom prst="line">
            <a:avLst/>
          </a:prstGeom>
          <a:ln w="8255">
            <a:solidFill>
              <a:srgbClr val="BCC4C9"/>
            </a:solidFill>
          </a:ln>
        </p:spPr>
        <p:style>
          <a:lnRef idx="2">
            <a:schemeClr val="accent1"/>
          </a:lnRef>
          <a:fillRef idx="0">
            <a:schemeClr val="accent1"/>
          </a:fillRef>
          <a:effectRef idx="1">
            <a:schemeClr val="accent1"/>
          </a:effectRef>
          <a:fontRef idx="minor">
            <a:schemeClr val="tx1"/>
          </a:fontRef>
        </p:style>
      </p:cxnSp>
      <p:cxnSp>
        <p:nvCxnSpPr>
          <p:cNvPr id="7" name="直接连接符 6">
            <a:extLst>
              <a:ext uri="{FF2B5EF4-FFF2-40B4-BE49-F238E27FC236}">
                <a16:creationId xmlns:a16="http://schemas.microsoft.com/office/drawing/2014/main" id="{927B75A3-7D8C-7769-FEB7-E84AF3DE3082}"/>
              </a:ext>
            </a:extLst>
          </p:cNvPr>
          <p:cNvCxnSpPr/>
          <p:nvPr/>
        </p:nvCxnSpPr>
        <p:spPr>
          <a:xfrm>
            <a:off x="1270000" y="444500"/>
            <a:ext cx="0" cy="1803400"/>
          </a:xfrm>
          <a:prstGeom prst="line">
            <a:avLst/>
          </a:prstGeom>
          <a:ln w="8255">
            <a:solidFill>
              <a:srgbClr val="B8C1C7"/>
            </a:solidFill>
            <a:prstDash val="dash"/>
          </a:ln>
        </p:spPr>
        <p:style>
          <a:lnRef idx="2">
            <a:schemeClr val="accent1"/>
          </a:lnRef>
          <a:fillRef idx="0">
            <a:schemeClr val="accent1"/>
          </a:fillRef>
          <a:effectRef idx="1">
            <a:schemeClr val="accent1"/>
          </a:effectRef>
          <a:fontRef idx="minor">
            <a:schemeClr val="tx1"/>
          </a:fontRef>
        </p:style>
      </p:cxnSp>
      <p:cxnSp>
        <p:nvCxnSpPr>
          <p:cNvPr id="8" name="直接连接符 7">
            <a:extLst>
              <a:ext uri="{FF2B5EF4-FFF2-40B4-BE49-F238E27FC236}">
                <a16:creationId xmlns:a16="http://schemas.microsoft.com/office/drawing/2014/main" id="{818F42C8-9468-D64F-9344-6659B064DE25}"/>
              </a:ext>
            </a:extLst>
          </p:cNvPr>
          <p:cNvCxnSpPr/>
          <p:nvPr/>
        </p:nvCxnSpPr>
        <p:spPr>
          <a:xfrm>
            <a:off x="2540000" y="444500"/>
            <a:ext cx="0" cy="1803400"/>
          </a:xfrm>
          <a:prstGeom prst="line">
            <a:avLst/>
          </a:prstGeom>
          <a:ln w="8255">
            <a:solidFill>
              <a:srgbClr val="B8C1C7"/>
            </a:solidFill>
            <a:prstDash val="dash"/>
          </a:ln>
        </p:spPr>
        <p:style>
          <a:lnRef idx="2">
            <a:schemeClr val="accent1"/>
          </a:lnRef>
          <a:fillRef idx="0">
            <a:schemeClr val="accent1"/>
          </a:fillRef>
          <a:effectRef idx="1">
            <a:schemeClr val="accent1"/>
          </a:effectRef>
          <a:fontRef idx="minor">
            <a:schemeClr val="tx1"/>
          </a:fontRef>
        </p:style>
      </p:cxnSp>
      <p:sp>
        <p:nvSpPr>
          <p:cNvPr id="9" name="矩形: 圆角 8">
            <a:extLst>
              <a:ext uri="{FF2B5EF4-FFF2-40B4-BE49-F238E27FC236}">
                <a16:creationId xmlns:a16="http://schemas.microsoft.com/office/drawing/2014/main" id="{A3E387D2-CDED-D02E-D545-ADFCB39C1462}"/>
              </a:ext>
            </a:extLst>
          </p:cNvPr>
          <p:cNvSpPr/>
          <p:nvPr/>
        </p:nvSpPr>
        <p:spPr>
          <a:xfrm>
            <a:off x="419100" y="482600"/>
            <a:ext cx="431800" cy="292100"/>
          </a:xfrm>
          <a:prstGeom prst="roundRect">
            <a:avLst>
              <a:gd name="adj" fmla="val 8000"/>
            </a:avLst>
          </a:prstGeom>
          <a:solidFill>
            <a:srgbClr val="FBE8CA"/>
          </a:solidFill>
          <a:ln w="6985">
            <a:solidFill>
              <a:srgbClr val="A5ADB2"/>
            </a:solidFill>
          </a:ln>
        </p:spPr>
        <p:style>
          <a:lnRef idx="2">
            <a:schemeClr val="accent1">
              <a:shade val="15000"/>
            </a:schemeClr>
          </a:lnRef>
          <a:fillRef idx="1">
            <a:schemeClr val="accent1"/>
          </a:fillRef>
          <a:effectRef idx="0">
            <a:schemeClr val="accent1"/>
          </a:effectRef>
          <a:fontRef idx="minor">
            <a:schemeClr val="lt1"/>
          </a:fontRef>
        </p:style>
        <p:txBody>
          <a:bodyPr wrap="none" lIns="12700" tIns="0" rIns="12700" bIns="0" rtlCol="0" anchor="ctr">
            <a:noAutofit/>
          </a:bodyPr>
          <a:lstStyle/>
          <a:p>
            <a:pPr algn="ctr"/>
            <a:r>
              <a:rPr lang="en-US" altLang="zh-CN" sz="1300">
                <a:solidFill>
                  <a:srgbClr val="263640"/>
                </a:solidFill>
                <a:latin typeface="Cambria Math" panose="02040503050406030204" pitchFamily="18" charset="0"/>
              </a:rPr>
              <a:t>qᵢ</a:t>
            </a:r>
            <a:endParaRPr lang="zh-CN" altLang="en-US" sz="1300">
              <a:solidFill>
                <a:srgbClr val="263640"/>
              </a:solidFill>
              <a:latin typeface="Cambria Math" panose="02040503050406030204" pitchFamily="18" charset="0"/>
            </a:endParaRPr>
          </a:p>
        </p:txBody>
      </p:sp>
      <p:cxnSp>
        <p:nvCxnSpPr>
          <p:cNvPr id="10" name="直接连接符 9">
            <a:extLst>
              <a:ext uri="{FF2B5EF4-FFF2-40B4-BE49-F238E27FC236}">
                <a16:creationId xmlns:a16="http://schemas.microsoft.com/office/drawing/2014/main" id="{56D763AB-BE7C-6657-5A7C-623F24348027}"/>
              </a:ext>
            </a:extLst>
          </p:cNvPr>
          <p:cNvCxnSpPr/>
          <p:nvPr/>
        </p:nvCxnSpPr>
        <p:spPr>
          <a:xfrm>
            <a:off x="635000" y="800100"/>
            <a:ext cx="0" cy="482600"/>
          </a:xfrm>
          <a:prstGeom prst="line">
            <a:avLst/>
          </a:prstGeom>
          <a:ln w="8255">
            <a:solidFill>
              <a:srgbClr val="53636D"/>
            </a:solidFill>
            <a:tailEnd type="arrow" w="sm" len="sm"/>
          </a:ln>
        </p:spPr>
        <p:style>
          <a:lnRef idx="2">
            <a:schemeClr val="accent1"/>
          </a:lnRef>
          <a:fillRef idx="0">
            <a:schemeClr val="accent1"/>
          </a:fillRef>
          <a:effectRef idx="1">
            <a:schemeClr val="accent1"/>
          </a:effectRef>
          <a:fontRef idx="minor">
            <a:schemeClr val="tx1"/>
          </a:fontRef>
        </p:style>
      </p:cxnSp>
      <p:sp>
        <p:nvSpPr>
          <p:cNvPr id="11" name="矩形: 圆角 10">
            <a:extLst>
              <a:ext uri="{FF2B5EF4-FFF2-40B4-BE49-F238E27FC236}">
                <a16:creationId xmlns:a16="http://schemas.microsoft.com/office/drawing/2014/main" id="{FFEA3F2A-FA18-A51F-FBEB-298D4704933D}"/>
              </a:ext>
            </a:extLst>
          </p:cNvPr>
          <p:cNvSpPr/>
          <p:nvPr/>
        </p:nvSpPr>
        <p:spPr>
          <a:xfrm>
            <a:off x="165100" y="1320800"/>
            <a:ext cx="939800" cy="469900"/>
          </a:xfrm>
          <a:prstGeom prst="roundRect">
            <a:avLst>
              <a:gd name="adj" fmla="val 8000"/>
            </a:avLst>
          </a:prstGeom>
          <a:solidFill>
            <a:srgbClr val="F2F3F4"/>
          </a:solidFill>
          <a:ln w="6985">
            <a:solidFill>
              <a:srgbClr val="A5ADB2"/>
            </a:solidFill>
          </a:ln>
        </p:spPr>
        <p:style>
          <a:lnRef idx="2">
            <a:schemeClr val="accent1">
              <a:shade val="15000"/>
            </a:schemeClr>
          </a:lnRef>
          <a:fillRef idx="1">
            <a:schemeClr val="accent1"/>
          </a:fillRef>
          <a:effectRef idx="0">
            <a:schemeClr val="accent1"/>
          </a:effectRef>
          <a:fontRef idx="minor">
            <a:schemeClr val="lt1"/>
          </a:fontRef>
        </p:style>
        <p:txBody>
          <a:bodyPr wrap="none" lIns="12700" tIns="0" rIns="12700" bIns="0" rtlCol="0" anchor="ctr">
            <a:noAutofit/>
          </a:bodyPr>
          <a:lstStyle/>
          <a:p>
            <a:pPr algn="ctr"/>
            <a:r>
              <a:rPr lang="en-US" altLang="zh-CN" sz="930">
                <a:solidFill>
                  <a:srgbClr val="263640"/>
                </a:solidFill>
                <a:latin typeface="Arial" panose="020B0604020202020204" pitchFamily="34" charset="0"/>
              </a:rPr>
              <a:t>Function
head</a:t>
            </a:r>
            <a:endParaRPr lang="zh-CN" altLang="en-US" sz="930">
              <a:solidFill>
                <a:srgbClr val="263640"/>
              </a:solidFill>
              <a:latin typeface="Arial" panose="020B0604020202020204" pitchFamily="34" charset="0"/>
            </a:endParaRPr>
          </a:p>
        </p:txBody>
      </p:sp>
      <p:cxnSp>
        <p:nvCxnSpPr>
          <p:cNvPr id="12" name="直接连接符 11">
            <a:extLst>
              <a:ext uri="{FF2B5EF4-FFF2-40B4-BE49-F238E27FC236}">
                <a16:creationId xmlns:a16="http://schemas.microsoft.com/office/drawing/2014/main" id="{EE3DE519-98DD-9B63-8E40-52B3C213C019}"/>
              </a:ext>
            </a:extLst>
          </p:cNvPr>
          <p:cNvCxnSpPr/>
          <p:nvPr/>
        </p:nvCxnSpPr>
        <p:spPr>
          <a:xfrm>
            <a:off x="635000" y="1816100"/>
            <a:ext cx="0" cy="127000"/>
          </a:xfrm>
          <a:prstGeom prst="line">
            <a:avLst/>
          </a:prstGeom>
          <a:ln w="8255">
            <a:solidFill>
              <a:srgbClr val="53636D"/>
            </a:solidFill>
          </a:ln>
        </p:spPr>
        <p:style>
          <a:lnRef idx="2">
            <a:schemeClr val="accent1"/>
          </a:lnRef>
          <a:fillRef idx="0">
            <a:schemeClr val="accent1"/>
          </a:fillRef>
          <a:effectRef idx="1">
            <a:schemeClr val="accent1"/>
          </a:effectRef>
          <a:fontRef idx="minor">
            <a:schemeClr val="tx1"/>
          </a:fontRef>
        </p:style>
      </p:cxnSp>
      <p:cxnSp>
        <p:nvCxnSpPr>
          <p:cNvPr id="13" name="直接连接符 12">
            <a:extLst>
              <a:ext uri="{FF2B5EF4-FFF2-40B4-BE49-F238E27FC236}">
                <a16:creationId xmlns:a16="http://schemas.microsoft.com/office/drawing/2014/main" id="{1469AE1A-62F0-CD3C-0C4A-71969D844A22}"/>
              </a:ext>
            </a:extLst>
          </p:cNvPr>
          <p:cNvCxnSpPr/>
          <p:nvPr/>
        </p:nvCxnSpPr>
        <p:spPr>
          <a:xfrm>
            <a:off x="368300" y="1943100"/>
            <a:ext cx="533400" cy="0"/>
          </a:xfrm>
          <a:prstGeom prst="line">
            <a:avLst/>
          </a:prstGeom>
          <a:ln w="8255">
            <a:solidFill>
              <a:srgbClr val="53636D"/>
            </a:solidFill>
          </a:ln>
        </p:spPr>
        <p:style>
          <a:lnRef idx="2">
            <a:schemeClr val="accent1"/>
          </a:lnRef>
          <a:fillRef idx="0">
            <a:schemeClr val="accent1"/>
          </a:fillRef>
          <a:effectRef idx="1">
            <a:schemeClr val="accent1"/>
          </a:effectRef>
          <a:fontRef idx="minor">
            <a:schemeClr val="tx1"/>
          </a:fontRef>
        </p:style>
      </p:cxnSp>
      <p:cxnSp>
        <p:nvCxnSpPr>
          <p:cNvPr id="14" name="直接连接符 13">
            <a:extLst>
              <a:ext uri="{FF2B5EF4-FFF2-40B4-BE49-F238E27FC236}">
                <a16:creationId xmlns:a16="http://schemas.microsoft.com/office/drawing/2014/main" id="{30CDCCAF-082A-0427-B6A5-13169F475032}"/>
              </a:ext>
            </a:extLst>
          </p:cNvPr>
          <p:cNvCxnSpPr/>
          <p:nvPr/>
        </p:nvCxnSpPr>
        <p:spPr>
          <a:xfrm>
            <a:off x="368300" y="1943100"/>
            <a:ext cx="0" cy="127000"/>
          </a:xfrm>
          <a:prstGeom prst="line">
            <a:avLst/>
          </a:prstGeom>
          <a:ln w="8255">
            <a:solidFill>
              <a:srgbClr val="53636D"/>
            </a:solidFill>
            <a:tailEnd type="arrow" w="sm" len="sm"/>
          </a:ln>
        </p:spPr>
        <p:style>
          <a:lnRef idx="2">
            <a:schemeClr val="accent1"/>
          </a:lnRef>
          <a:fillRef idx="0">
            <a:schemeClr val="accent1"/>
          </a:fillRef>
          <a:effectRef idx="1">
            <a:schemeClr val="accent1"/>
          </a:effectRef>
          <a:fontRef idx="minor">
            <a:schemeClr val="tx1"/>
          </a:fontRef>
        </p:style>
      </p:cxnSp>
      <p:cxnSp>
        <p:nvCxnSpPr>
          <p:cNvPr id="15" name="直接连接符 14">
            <a:extLst>
              <a:ext uri="{FF2B5EF4-FFF2-40B4-BE49-F238E27FC236}">
                <a16:creationId xmlns:a16="http://schemas.microsoft.com/office/drawing/2014/main" id="{B797B1A9-995C-865D-235E-62C2033553E3}"/>
              </a:ext>
            </a:extLst>
          </p:cNvPr>
          <p:cNvCxnSpPr/>
          <p:nvPr/>
        </p:nvCxnSpPr>
        <p:spPr>
          <a:xfrm>
            <a:off x="901700" y="1943100"/>
            <a:ext cx="0" cy="127000"/>
          </a:xfrm>
          <a:prstGeom prst="line">
            <a:avLst/>
          </a:prstGeom>
          <a:ln w="8255">
            <a:solidFill>
              <a:srgbClr val="53636D"/>
            </a:solidFill>
            <a:tailEnd type="arrow" w="sm" len="sm"/>
          </a:ln>
        </p:spPr>
        <p:style>
          <a:lnRef idx="2">
            <a:schemeClr val="accent1"/>
          </a:lnRef>
          <a:fillRef idx="0">
            <a:schemeClr val="accent1"/>
          </a:fillRef>
          <a:effectRef idx="1">
            <a:schemeClr val="accent1"/>
          </a:effectRef>
          <a:fontRef idx="minor">
            <a:schemeClr val="tx1"/>
          </a:fontRef>
        </p:style>
      </p:cxnSp>
      <p:sp>
        <p:nvSpPr>
          <p:cNvPr id="16" name="文本框 15">
            <a:extLst>
              <a:ext uri="{FF2B5EF4-FFF2-40B4-BE49-F238E27FC236}">
                <a16:creationId xmlns:a16="http://schemas.microsoft.com/office/drawing/2014/main" id="{FB3F79A6-0A63-D6F9-9E7F-2C66E4A84609}"/>
              </a:ext>
            </a:extLst>
          </p:cNvPr>
          <p:cNvSpPr txBox="1"/>
          <p:nvPr/>
        </p:nvSpPr>
        <p:spPr>
          <a:xfrm>
            <a:off x="152400" y="2095500"/>
            <a:ext cx="965200" cy="276999"/>
          </a:xfrm>
          <a:prstGeom prst="rect">
            <a:avLst/>
          </a:prstGeom>
          <a:noFill/>
        </p:spPr>
        <p:txBody>
          <a:bodyPr vert="horz" wrap="none" lIns="0" tIns="0" rIns="0" bIns="0" rtlCol="0" anchor="ctr">
            <a:noAutofit/>
          </a:bodyPr>
          <a:lstStyle/>
          <a:p>
            <a:pPr algn="ctr"/>
            <a:r>
              <a:rPr lang="en-US" altLang="zh-CN" sz="1200">
                <a:solidFill>
                  <a:srgbClr val="263640"/>
                </a:solidFill>
                <a:latin typeface="Cambria Math" panose="02040503050406030204" pitchFamily="18" charset="0"/>
              </a:rPr>
              <a:t>p₁ = p₂</a:t>
            </a:r>
            <a:endParaRPr lang="zh-CN" altLang="en-US" sz="1200">
              <a:solidFill>
                <a:srgbClr val="263640"/>
              </a:solidFill>
              <a:latin typeface="Cambria Math" panose="02040503050406030204" pitchFamily="18" charset="0"/>
            </a:endParaRPr>
          </a:p>
        </p:txBody>
      </p:sp>
      <p:sp>
        <p:nvSpPr>
          <p:cNvPr id="17" name="文本框 16">
            <a:extLst>
              <a:ext uri="{FF2B5EF4-FFF2-40B4-BE49-F238E27FC236}">
                <a16:creationId xmlns:a16="http://schemas.microsoft.com/office/drawing/2014/main" id="{47E83CC3-34A1-5EAB-3249-16D89BBE3F9D}"/>
              </a:ext>
            </a:extLst>
          </p:cNvPr>
          <p:cNvSpPr txBox="1"/>
          <p:nvPr/>
        </p:nvSpPr>
        <p:spPr>
          <a:xfrm>
            <a:off x="38100" y="2349500"/>
            <a:ext cx="1193800" cy="276999"/>
          </a:xfrm>
          <a:prstGeom prst="rect">
            <a:avLst/>
          </a:prstGeom>
          <a:noFill/>
        </p:spPr>
        <p:txBody>
          <a:bodyPr vert="horz" wrap="none" lIns="0" tIns="0" rIns="0" bIns="0" rtlCol="0" anchor="ctr">
            <a:noAutofit/>
          </a:bodyPr>
          <a:lstStyle/>
          <a:p>
            <a:pPr algn="ctr"/>
            <a:r>
              <a:rPr lang="en-US" altLang="zh-CN" sz="880">
                <a:solidFill>
                  <a:srgbClr val="263640"/>
                </a:solidFill>
                <a:latin typeface="Arial" panose="020B0604020202020204" pitchFamily="34" charset="0"/>
              </a:rPr>
              <a:t>(a) Shared query</a:t>
            </a:r>
            <a:endParaRPr lang="zh-CN" altLang="en-US" sz="880">
              <a:solidFill>
                <a:srgbClr val="263640"/>
              </a:solidFill>
              <a:latin typeface="Arial" panose="020B0604020202020204" pitchFamily="34" charset="0"/>
            </a:endParaRPr>
          </a:p>
        </p:txBody>
      </p:sp>
      <p:sp>
        <p:nvSpPr>
          <p:cNvPr id="18" name="矩形: 圆角 17">
            <a:extLst>
              <a:ext uri="{FF2B5EF4-FFF2-40B4-BE49-F238E27FC236}">
                <a16:creationId xmlns:a16="http://schemas.microsoft.com/office/drawing/2014/main" id="{C1B466AF-5F86-9C0C-F0DD-E167B66F3DE8}"/>
              </a:ext>
            </a:extLst>
          </p:cNvPr>
          <p:cNvSpPr/>
          <p:nvPr/>
        </p:nvSpPr>
        <p:spPr>
          <a:xfrm>
            <a:off x="1435100" y="482600"/>
            <a:ext cx="431800" cy="292100"/>
          </a:xfrm>
          <a:prstGeom prst="roundRect">
            <a:avLst>
              <a:gd name="adj" fmla="val 8000"/>
            </a:avLst>
          </a:prstGeom>
          <a:solidFill>
            <a:srgbClr val="EDF2F7"/>
          </a:solidFill>
          <a:ln w="6985">
            <a:solidFill>
              <a:srgbClr val="A5ADB2"/>
            </a:solidFill>
          </a:ln>
        </p:spPr>
        <p:style>
          <a:lnRef idx="2">
            <a:schemeClr val="accent1">
              <a:shade val="15000"/>
            </a:schemeClr>
          </a:lnRef>
          <a:fillRef idx="1">
            <a:schemeClr val="accent1"/>
          </a:fillRef>
          <a:effectRef idx="0">
            <a:schemeClr val="accent1"/>
          </a:effectRef>
          <a:fontRef idx="minor">
            <a:schemeClr val="lt1"/>
          </a:fontRef>
        </p:style>
        <p:txBody>
          <a:bodyPr wrap="none" lIns="12700" tIns="0" rIns="12700" bIns="0" rtlCol="0" anchor="ctr">
            <a:noAutofit/>
          </a:bodyPr>
          <a:lstStyle/>
          <a:p>
            <a:pPr algn="ctr"/>
            <a:r>
              <a:rPr lang="en-US" altLang="zh-CN" sz="1200">
                <a:solidFill>
                  <a:srgbClr val="263640"/>
                </a:solidFill>
                <a:latin typeface="Cambria Math" panose="02040503050406030204" pitchFamily="18" charset="0"/>
              </a:rPr>
              <a:t>h₁</a:t>
            </a:r>
            <a:endParaRPr lang="zh-CN" altLang="en-US" sz="1200">
              <a:solidFill>
                <a:srgbClr val="263640"/>
              </a:solidFill>
              <a:latin typeface="Cambria Math" panose="02040503050406030204" pitchFamily="18" charset="0"/>
            </a:endParaRPr>
          </a:p>
        </p:txBody>
      </p:sp>
      <p:cxnSp>
        <p:nvCxnSpPr>
          <p:cNvPr id="19" name="直接连接符 18">
            <a:extLst>
              <a:ext uri="{FF2B5EF4-FFF2-40B4-BE49-F238E27FC236}">
                <a16:creationId xmlns:a16="http://schemas.microsoft.com/office/drawing/2014/main" id="{215F2CE7-D0FB-C919-24AA-B9B091C5312F}"/>
              </a:ext>
            </a:extLst>
          </p:cNvPr>
          <p:cNvCxnSpPr/>
          <p:nvPr/>
        </p:nvCxnSpPr>
        <p:spPr>
          <a:xfrm>
            <a:off x="1651000" y="800100"/>
            <a:ext cx="0" cy="482600"/>
          </a:xfrm>
          <a:prstGeom prst="line">
            <a:avLst/>
          </a:prstGeom>
          <a:ln w="8255">
            <a:solidFill>
              <a:srgbClr val="53636D"/>
            </a:solidFill>
            <a:tailEnd type="arrow" w="sm" len="sm"/>
          </a:ln>
        </p:spPr>
        <p:style>
          <a:lnRef idx="2">
            <a:schemeClr val="accent1"/>
          </a:lnRef>
          <a:fillRef idx="0">
            <a:schemeClr val="accent1"/>
          </a:fillRef>
          <a:effectRef idx="1">
            <a:schemeClr val="accent1"/>
          </a:effectRef>
          <a:fontRef idx="minor">
            <a:schemeClr val="tx1"/>
          </a:fontRef>
        </p:style>
      </p:cxnSp>
      <p:cxnSp>
        <p:nvCxnSpPr>
          <p:cNvPr id="20" name="直接连接符 19">
            <a:extLst>
              <a:ext uri="{FF2B5EF4-FFF2-40B4-BE49-F238E27FC236}">
                <a16:creationId xmlns:a16="http://schemas.microsoft.com/office/drawing/2014/main" id="{3F1C9CF1-C6CE-9F4E-CB3F-3DF76FBFF64F}"/>
              </a:ext>
            </a:extLst>
          </p:cNvPr>
          <p:cNvCxnSpPr/>
          <p:nvPr/>
        </p:nvCxnSpPr>
        <p:spPr>
          <a:xfrm>
            <a:off x="1651000" y="1816100"/>
            <a:ext cx="0" cy="254000"/>
          </a:xfrm>
          <a:prstGeom prst="line">
            <a:avLst/>
          </a:prstGeom>
          <a:ln w="8255">
            <a:solidFill>
              <a:srgbClr val="53636D"/>
            </a:solidFill>
            <a:tailEnd type="arrow" w="sm" len="sm"/>
          </a:ln>
        </p:spPr>
        <p:style>
          <a:lnRef idx="2">
            <a:schemeClr val="accent1"/>
          </a:lnRef>
          <a:fillRef idx="0">
            <a:schemeClr val="accent1"/>
          </a:fillRef>
          <a:effectRef idx="1">
            <a:schemeClr val="accent1"/>
          </a:effectRef>
          <a:fontRef idx="minor">
            <a:schemeClr val="tx1"/>
          </a:fontRef>
        </p:style>
      </p:cxnSp>
      <p:sp>
        <p:nvSpPr>
          <p:cNvPr id="21" name="文本框 20">
            <a:extLst>
              <a:ext uri="{FF2B5EF4-FFF2-40B4-BE49-F238E27FC236}">
                <a16:creationId xmlns:a16="http://schemas.microsoft.com/office/drawing/2014/main" id="{1717B786-7D8E-FB79-3C39-C2E53A6971E5}"/>
              </a:ext>
            </a:extLst>
          </p:cNvPr>
          <p:cNvSpPr txBox="1"/>
          <p:nvPr/>
        </p:nvSpPr>
        <p:spPr>
          <a:xfrm>
            <a:off x="1435100" y="2095500"/>
            <a:ext cx="431800" cy="276999"/>
          </a:xfrm>
          <a:prstGeom prst="rect">
            <a:avLst/>
          </a:prstGeom>
          <a:noFill/>
        </p:spPr>
        <p:txBody>
          <a:bodyPr vert="horz" wrap="none" lIns="0" tIns="0" rIns="0" bIns="0" rtlCol="0" anchor="ctr">
            <a:noAutofit/>
          </a:bodyPr>
          <a:lstStyle/>
          <a:p>
            <a:pPr algn="ctr"/>
            <a:r>
              <a:rPr lang="en-US" altLang="zh-CN" sz="1200">
                <a:solidFill>
                  <a:srgbClr val="263640"/>
                </a:solidFill>
                <a:latin typeface="Cambria Math" panose="02040503050406030204" pitchFamily="18" charset="0"/>
              </a:rPr>
              <a:t>p₁</a:t>
            </a:r>
            <a:endParaRPr lang="zh-CN" altLang="en-US" sz="1200">
              <a:solidFill>
                <a:srgbClr val="263640"/>
              </a:solidFill>
              <a:latin typeface="Cambria Math" panose="02040503050406030204" pitchFamily="18" charset="0"/>
            </a:endParaRPr>
          </a:p>
        </p:txBody>
      </p:sp>
      <p:sp>
        <p:nvSpPr>
          <p:cNvPr id="22" name="矩形: 圆角 21">
            <a:extLst>
              <a:ext uri="{FF2B5EF4-FFF2-40B4-BE49-F238E27FC236}">
                <a16:creationId xmlns:a16="http://schemas.microsoft.com/office/drawing/2014/main" id="{7B5100CE-0A87-BC95-150E-251E5CCE6C23}"/>
              </a:ext>
            </a:extLst>
          </p:cNvPr>
          <p:cNvSpPr/>
          <p:nvPr/>
        </p:nvSpPr>
        <p:spPr>
          <a:xfrm>
            <a:off x="1968500" y="482600"/>
            <a:ext cx="431800" cy="292100"/>
          </a:xfrm>
          <a:prstGeom prst="roundRect">
            <a:avLst>
              <a:gd name="adj" fmla="val 8000"/>
            </a:avLst>
          </a:prstGeom>
          <a:solidFill>
            <a:srgbClr val="EDF2F7"/>
          </a:solidFill>
          <a:ln w="6985">
            <a:solidFill>
              <a:srgbClr val="A5ADB2"/>
            </a:solidFill>
          </a:ln>
        </p:spPr>
        <p:style>
          <a:lnRef idx="2">
            <a:schemeClr val="accent1">
              <a:shade val="15000"/>
            </a:schemeClr>
          </a:lnRef>
          <a:fillRef idx="1">
            <a:schemeClr val="accent1"/>
          </a:fillRef>
          <a:effectRef idx="0">
            <a:schemeClr val="accent1"/>
          </a:effectRef>
          <a:fontRef idx="minor">
            <a:schemeClr val="lt1"/>
          </a:fontRef>
        </p:style>
        <p:txBody>
          <a:bodyPr wrap="none" lIns="12700" tIns="0" rIns="12700" bIns="0" rtlCol="0" anchor="ctr">
            <a:noAutofit/>
          </a:bodyPr>
          <a:lstStyle/>
          <a:p>
            <a:pPr algn="ctr"/>
            <a:r>
              <a:rPr lang="en-US" altLang="zh-CN" sz="1200">
                <a:solidFill>
                  <a:srgbClr val="263640"/>
                </a:solidFill>
                <a:latin typeface="Cambria Math" panose="02040503050406030204" pitchFamily="18" charset="0"/>
              </a:rPr>
              <a:t>h₂</a:t>
            </a:r>
            <a:endParaRPr lang="zh-CN" altLang="en-US" sz="1200">
              <a:solidFill>
                <a:srgbClr val="263640"/>
              </a:solidFill>
              <a:latin typeface="Cambria Math" panose="02040503050406030204" pitchFamily="18" charset="0"/>
            </a:endParaRPr>
          </a:p>
        </p:txBody>
      </p:sp>
      <p:cxnSp>
        <p:nvCxnSpPr>
          <p:cNvPr id="23" name="直接连接符 22">
            <a:extLst>
              <a:ext uri="{FF2B5EF4-FFF2-40B4-BE49-F238E27FC236}">
                <a16:creationId xmlns:a16="http://schemas.microsoft.com/office/drawing/2014/main" id="{43AD9AAB-57A0-25D3-2E34-F497797CFC1D}"/>
              </a:ext>
            </a:extLst>
          </p:cNvPr>
          <p:cNvCxnSpPr/>
          <p:nvPr/>
        </p:nvCxnSpPr>
        <p:spPr>
          <a:xfrm>
            <a:off x="2184400" y="800100"/>
            <a:ext cx="0" cy="482600"/>
          </a:xfrm>
          <a:prstGeom prst="line">
            <a:avLst/>
          </a:prstGeom>
          <a:ln w="8255">
            <a:solidFill>
              <a:srgbClr val="53636D"/>
            </a:solidFill>
            <a:tailEnd type="arrow" w="sm" len="sm"/>
          </a:ln>
        </p:spPr>
        <p:style>
          <a:lnRef idx="2">
            <a:schemeClr val="accent1"/>
          </a:lnRef>
          <a:fillRef idx="0">
            <a:schemeClr val="accent1"/>
          </a:fillRef>
          <a:effectRef idx="1">
            <a:schemeClr val="accent1"/>
          </a:effectRef>
          <a:fontRef idx="minor">
            <a:schemeClr val="tx1"/>
          </a:fontRef>
        </p:style>
      </p:cxnSp>
      <p:cxnSp>
        <p:nvCxnSpPr>
          <p:cNvPr id="24" name="直接连接符 23">
            <a:extLst>
              <a:ext uri="{FF2B5EF4-FFF2-40B4-BE49-F238E27FC236}">
                <a16:creationId xmlns:a16="http://schemas.microsoft.com/office/drawing/2014/main" id="{3B112827-D62B-EF9E-0BA3-2CA1C6D164FA}"/>
              </a:ext>
            </a:extLst>
          </p:cNvPr>
          <p:cNvCxnSpPr/>
          <p:nvPr/>
        </p:nvCxnSpPr>
        <p:spPr>
          <a:xfrm>
            <a:off x="2184400" y="1816100"/>
            <a:ext cx="0" cy="254000"/>
          </a:xfrm>
          <a:prstGeom prst="line">
            <a:avLst/>
          </a:prstGeom>
          <a:ln w="8255">
            <a:solidFill>
              <a:srgbClr val="53636D"/>
            </a:solidFill>
            <a:tailEnd type="arrow" w="sm" len="sm"/>
          </a:ln>
        </p:spPr>
        <p:style>
          <a:lnRef idx="2">
            <a:schemeClr val="accent1"/>
          </a:lnRef>
          <a:fillRef idx="0">
            <a:schemeClr val="accent1"/>
          </a:fillRef>
          <a:effectRef idx="1">
            <a:schemeClr val="accent1"/>
          </a:effectRef>
          <a:fontRef idx="minor">
            <a:schemeClr val="tx1"/>
          </a:fontRef>
        </p:style>
      </p:cxnSp>
      <p:sp>
        <p:nvSpPr>
          <p:cNvPr id="25" name="文本框 24">
            <a:extLst>
              <a:ext uri="{FF2B5EF4-FFF2-40B4-BE49-F238E27FC236}">
                <a16:creationId xmlns:a16="http://schemas.microsoft.com/office/drawing/2014/main" id="{BAEDEAC8-80E3-C5FD-499B-5E9F23630190}"/>
              </a:ext>
            </a:extLst>
          </p:cNvPr>
          <p:cNvSpPr txBox="1"/>
          <p:nvPr/>
        </p:nvSpPr>
        <p:spPr>
          <a:xfrm>
            <a:off x="1968500" y="2095500"/>
            <a:ext cx="431800" cy="276999"/>
          </a:xfrm>
          <a:prstGeom prst="rect">
            <a:avLst/>
          </a:prstGeom>
          <a:noFill/>
        </p:spPr>
        <p:txBody>
          <a:bodyPr vert="horz" wrap="none" lIns="0" tIns="0" rIns="0" bIns="0" rtlCol="0" anchor="ctr">
            <a:noAutofit/>
          </a:bodyPr>
          <a:lstStyle/>
          <a:p>
            <a:pPr algn="ctr"/>
            <a:r>
              <a:rPr lang="en-US" altLang="zh-CN" sz="1200">
                <a:solidFill>
                  <a:srgbClr val="263640"/>
                </a:solidFill>
                <a:latin typeface="Cambria Math" panose="02040503050406030204" pitchFamily="18" charset="0"/>
              </a:rPr>
              <a:t>p₂</a:t>
            </a:r>
            <a:endParaRPr lang="zh-CN" altLang="en-US" sz="1200">
              <a:solidFill>
                <a:srgbClr val="263640"/>
              </a:solidFill>
              <a:latin typeface="Cambria Math" panose="02040503050406030204" pitchFamily="18" charset="0"/>
            </a:endParaRPr>
          </a:p>
        </p:txBody>
      </p:sp>
      <p:sp>
        <p:nvSpPr>
          <p:cNvPr id="26" name="矩形: 圆角 25">
            <a:extLst>
              <a:ext uri="{FF2B5EF4-FFF2-40B4-BE49-F238E27FC236}">
                <a16:creationId xmlns:a16="http://schemas.microsoft.com/office/drawing/2014/main" id="{5571E25C-45ED-B09F-29D0-29F37B4E0495}"/>
              </a:ext>
            </a:extLst>
          </p:cNvPr>
          <p:cNvSpPr/>
          <p:nvPr/>
        </p:nvSpPr>
        <p:spPr>
          <a:xfrm>
            <a:off x="1435100" y="1320800"/>
            <a:ext cx="965200" cy="469900"/>
          </a:xfrm>
          <a:prstGeom prst="roundRect">
            <a:avLst>
              <a:gd name="adj" fmla="val 8000"/>
            </a:avLst>
          </a:prstGeom>
          <a:solidFill>
            <a:srgbClr val="F2F3F4"/>
          </a:solidFill>
          <a:ln w="6985">
            <a:solidFill>
              <a:srgbClr val="A5ADB2"/>
            </a:solidFill>
          </a:ln>
        </p:spPr>
        <p:style>
          <a:lnRef idx="2">
            <a:schemeClr val="accent1">
              <a:shade val="15000"/>
            </a:schemeClr>
          </a:lnRef>
          <a:fillRef idx="1">
            <a:schemeClr val="accent1"/>
          </a:fillRef>
          <a:effectRef idx="0">
            <a:schemeClr val="accent1"/>
          </a:effectRef>
          <a:fontRef idx="minor">
            <a:schemeClr val="lt1"/>
          </a:fontRef>
        </p:style>
        <p:txBody>
          <a:bodyPr wrap="none" lIns="12700" tIns="0" rIns="12700" bIns="0" rtlCol="0" anchor="ctr">
            <a:noAutofit/>
          </a:bodyPr>
          <a:lstStyle/>
          <a:p>
            <a:pPr algn="ctr"/>
            <a:r>
              <a:rPr lang="en-US" altLang="zh-CN" sz="930">
                <a:solidFill>
                  <a:srgbClr val="263640"/>
                </a:solidFill>
                <a:latin typeface="Arial" panose="020B0604020202020204" pitchFamily="34" charset="0"/>
              </a:rPr>
              <a:t>Shared
MLP</a:t>
            </a:r>
            <a:endParaRPr lang="zh-CN" altLang="en-US" sz="930">
              <a:solidFill>
                <a:srgbClr val="263640"/>
              </a:solidFill>
              <a:latin typeface="Arial" panose="020B0604020202020204" pitchFamily="34" charset="0"/>
            </a:endParaRPr>
          </a:p>
        </p:txBody>
      </p:sp>
      <p:sp>
        <p:nvSpPr>
          <p:cNvPr id="27" name="文本框 26">
            <a:extLst>
              <a:ext uri="{FF2B5EF4-FFF2-40B4-BE49-F238E27FC236}">
                <a16:creationId xmlns:a16="http://schemas.microsoft.com/office/drawing/2014/main" id="{D3167424-BC4B-B725-6CB0-7D91075AB4D4}"/>
              </a:ext>
            </a:extLst>
          </p:cNvPr>
          <p:cNvSpPr txBox="1"/>
          <p:nvPr/>
        </p:nvSpPr>
        <p:spPr>
          <a:xfrm>
            <a:off x="1295400" y="2349500"/>
            <a:ext cx="1219200" cy="276999"/>
          </a:xfrm>
          <a:prstGeom prst="rect">
            <a:avLst/>
          </a:prstGeom>
          <a:noFill/>
        </p:spPr>
        <p:txBody>
          <a:bodyPr vert="horz" wrap="none" lIns="0" tIns="0" rIns="0" bIns="0" rtlCol="0" anchor="ctr">
            <a:noAutofit/>
          </a:bodyPr>
          <a:lstStyle/>
          <a:p>
            <a:pPr algn="ctr"/>
            <a:r>
              <a:rPr lang="en-US" altLang="zh-CN" sz="880">
                <a:solidFill>
                  <a:srgbClr val="263640"/>
                </a:solidFill>
                <a:latin typeface="Arial" panose="020B0604020202020204" pitchFamily="34" charset="0"/>
              </a:rPr>
              <a:t>(b) Region MLP</a:t>
            </a:r>
            <a:endParaRPr lang="zh-CN" altLang="en-US" sz="880">
              <a:solidFill>
                <a:srgbClr val="263640"/>
              </a:solidFill>
              <a:latin typeface="Arial" panose="020B0604020202020204" pitchFamily="34" charset="0"/>
            </a:endParaRPr>
          </a:p>
        </p:txBody>
      </p:sp>
      <p:sp>
        <p:nvSpPr>
          <p:cNvPr id="28" name="矩形: 圆角 27">
            <a:extLst>
              <a:ext uri="{FF2B5EF4-FFF2-40B4-BE49-F238E27FC236}">
                <a16:creationId xmlns:a16="http://schemas.microsoft.com/office/drawing/2014/main" id="{4B5CA474-DA94-F61E-3FC3-DDA280378965}"/>
              </a:ext>
            </a:extLst>
          </p:cNvPr>
          <p:cNvSpPr/>
          <p:nvPr/>
        </p:nvSpPr>
        <p:spPr>
          <a:xfrm>
            <a:off x="2705100" y="482600"/>
            <a:ext cx="431800" cy="292100"/>
          </a:xfrm>
          <a:prstGeom prst="roundRect">
            <a:avLst>
              <a:gd name="adj" fmla="val 8000"/>
            </a:avLst>
          </a:prstGeom>
          <a:solidFill>
            <a:srgbClr val="EDF2F7"/>
          </a:solidFill>
          <a:ln w="6985">
            <a:solidFill>
              <a:srgbClr val="A5ADB2"/>
            </a:solidFill>
          </a:ln>
        </p:spPr>
        <p:style>
          <a:lnRef idx="2">
            <a:schemeClr val="accent1">
              <a:shade val="15000"/>
            </a:schemeClr>
          </a:lnRef>
          <a:fillRef idx="1">
            <a:schemeClr val="accent1"/>
          </a:fillRef>
          <a:effectRef idx="0">
            <a:schemeClr val="accent1"/>
          </a:effectRef>
          <a:fontRef idx="minor">
            <a:schemeClr val="lt1"/>
          </a:fontRef>
        </p:style>
        <p:txBody>
          <a:bodyPr wrap="none" lIns="12700" tIns="0" rIns="12700" bIns="0" rtlCol="0" anchor="ctr">
            <a:noAutofit/>
          </a:bodyPr>
          <a:lstStyle/>
          <a:p>
            <a:pPr algn="ctr"/>
            <a:r>
              <a:rPr lang="en-US" altLang="zh-CN" sz="1200">
                <a:solidFill>
                  <a:srgbClr val="263640"/>
                </a:solidFill>
                <a:latin typeface="Cambria Math" panose="02040503050406030204" pitchFamily="18" charset="0"/>
              </a:rPr>
              <a:t>h₁</a:t>
            </a:r>
            <a:endParaRPr lang="zh-CN" altLang="en-US" sz="1200">
              <a:solidFill>
                <a:srgbClr val="263640"/>
              </a:solidFill>
              <a:latin typeface="Cambria Math" panose="02040503050406030204" pitchFamily="18" charset="0"/>
            </a:endParaRPr>
          </a:p>
        </p:txBody>
      </p:sp>
      <p:cxnSp>
        <p:nvCxnSpPr>
          <p:cNvPr id="29" name="直接连接符 28">
            <a:extLst>
              <a:ext uri="{FF2B5EF4-FFF2-40B4-BE49-F238E27FC236}">
                <a16:creationId xmlns:a16="http://schemas.microsoft.com/office/drawing/2014/main" id="{EA445FC1-40AC-3437-5822-2EA5723381BD}"/>
              </a:ext>
            </a:extLst>
          </p:cNvPr>
          <p:cNvCxnSpPr/>
          <p:nvPr/>
        </p:nvCxnSpPr>
        <p:spPr>
          <a:xfrm>
            <a:off x="2921000" y="800100"/>
            <a:ext cx="0" cy="88900"/>
          </a:xfrm>
          <a:prstGeom prst="line">
            <a:avLst/>
          </a:prstGeom>
          <a:ln w="8255">
            <a:solidFill>
              <a:srgbClr val="53636D"/>
            </a:solidFill>
            <a:tailEnd type="arrow" w="sm" len="sm"/>
          </a:ln>
        </p:spPr>
        <p:style>
          <a:lnRef idx="2">
            <a:schemeClr val="accent1"/>
          </a:lnRef>
          <a:fillRef idx="0">
            <a:schemeClr val="accent1"/>
          </a:fillRef>
          <a:effectRef idx="1">
            <a:schemeClr val="accent1"/>
          </a:effectRef>
          <a:fontRef idx="minor">
            <a:schemeClr val="tx1"/>
          </a:fontRef>
        </p:style>
      </p:cxnSp>
      <p:sp>
        <p:nvSpPr>
          <p:cNvPr id="30" name="矩形: 圆角 29">
            <a:extLst>
              <a:ext uri="{FF2B5EF4-FFF2-40B4-BE49-F238E27FC236}">
                <a16:creationId xmlns:a16="http://schemas.microsoft.com/office/drawing/2014/main" id="{FB1532FB-F30E-E76F-730B-A40297A57D92}"/>
              </a:ext>
            </a:extLst>
          </p:cNvPr>
          <p:cNvSpPr/>
          <p:nvPr/>
        </p:nvSpPr>
        <p:spPr>
          <a:xfrm>
            <a:off x="2705100" y="889000"/>
            <a:ext cx="431800" cy="292100"/>
          </a:xfrm>
          <a:prstGeom prst="roundRect">
            <a:avLst>
              <a:gd name="adj" fmla="val 8000"/>
            </a:avLst>
          </a:prstGeom>
          <a:solidFill>
            <a:srgbClr val="DCEEDC"/>
          </a:solidFill>
          <a:ln w="6985">
            <a:solidFill>
              <a:srgbClr val="79A582"/>
            </a:solidFill>
          </a:ln>
        </p:spPr>
        <p:style>
          <a:lnRef idx="2">
            <a:schemeClr val="accent1">
              <a:shade val="15000"/>
            </a:schemeClr>
          </a:lnRef>
          <a:fillRef idx="1">
            <a:schemeClr val="accent1"/>
          </a:fillRef>
          <a:effectRef idx="0">
            <a:schemeClr val="accent1"/>
          </a:effectRef>
          <a:fontRef idx="minor">
            <a:schemeClr val="lt1"/>
          </a:fontRef>
        </p:style>
        <p:txBody>
          <a:bodyPr wrap="none" lIns="12700" tIns="0" rIns="12700" bIns="0" rtlCol="0" anchor="ctr">
            <a:noAutofit/>
          </a:bodyPr>
          <a:lstStyle/>
          <a:p>
            <a:pPr algn="ctr"/>
            <a:r>
              <a:rPr lang="en-US" altLang="zh-CN" sz="1200">
                <a:solidFill>
                  <a:srgbClr val="263640"/>
                </a:solidFill>
                <a:latin typeface="Cambria Math" panose="02040503050406030204" pitchFamily="18" charset="0"/>
              </a:rPr>
              <a:t>qᶠ₁</a:t>
            </a:r>
            <a:endParaRPr lang="zh-CN" altLang="en-US" sz="1200">
              <a:solidFill>
                <a:srgbClr val="263640"/>
              </a:solidFill>
              <a:latin typeface="Cambria Math" panose="02040503050406030204" pitchFamily="18" charset="0"/>
            </a:endParaRPr>
          </a:p>
        </p:txBody>
      </p:sp>
      <p:cxnSp>
        <p:nvCxnSpPr>
          <p:cNvPr id="31" name="直接连接符 30">
            <a:extLst>
              <a:ext uri="{FF2B5EF4-FFF2-40B4-BE49-F238E27FC236}">
                <a16:creationId xmlns:a16="http://schemas.microsoft.com/office/drawing/2014/main" id="{083F6A50-8546-4ED9-6DA4-FDA9E862651D}"/>
              </a:ext>
            </a:extLst>
          </p:cNvPr>
          <p:cNvCxnSpPr/>
          <p:nvPr/>
        </p:nvCxnSpPr>
        <p:spPr>
          <a:xfrm>
            <a:off x="2921000" y="1206500"/>
            <a:ext cx="0" cy="76200"/>
          </a:xfrm>
          <a:prstGeom prst="line">
            <a:avLst/>
          </a:prstGeom>
          <a:ln w="8255">
            <a:solidFill>
              <a:srgbClr val="53636D"/>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2" name="直接连接符 31">
            <a:extLst>
              <a:ext uri="{FF2B5EF4-FFF2-40B4-BE49-F238E27FC236}">
                <a16:creationId xmlns:a16="http://schemas.microsoft.com/office/drawing/2014/main" id="{7D6C5DF1-69D4-8CA6-3227-4CF69E2840F0}"/>
              </a:ext>
            </a:extLst>
          </p:cNvPr>
          <p:cNvCxnSpPr/>
          <p:nvPr/>
        </p:nvCxnSpPr>
        <p:spPr>
          <a:xfrm>
            <a:off x="2921000" y="1816100"/>
            <a:ext cx="0" cy="254000"/>
          </a:xfrm>
          <a:prstGeom prst="line">
            <a:avLst/>
          </a:prstGeom>
          <a:ln w="8255">
            <a:solidFill>
              <a:srgbClr val="53636D"/>
            </a:solidFill>
            <a:tailEnd type="arrow" w="sm" len="sm"/>
          </a:ln>
        </p:spPr>
        <p:style>
          <a:lnRef idx="2">
            <a:schemeClr val="accent1"/>
          </a:lnRef>
          <a:fillRef idx="0">
            <a:schemeClr val="accent1"/>
          </a:fillRef>
          <a:effectRef idx="1">
            <a:schemeClr val="accent1"/>
          </a:effectRef>
          <a:fontRef idx="minor">
            <a:schemeClr val="tx1"/>
          </a:fontRef>
        </p:style>
      </p:cxnSp>
      <p:sp>
        <p:nvSpPr>
          <p:cNvPr id="33" name="文本框 32">
            <a:extLst>
              <a:ext uri="{FF2B5EF4-FFF2-40B4-BE49-F238E27FC236}">
                <a16:creationId xmlns:a16="http://schemas.microsoft.com/office/drawing/2014/main" id="{AA67B779-4A7D-13A2-11B7-F4AF6BADD4EA}"/>
              </a:ext>
            </a:extLst>
          </p:cNvPr>
          <p:cNvSpPr txBox="1"/>
          <p:nvPr/>
        </p:nvSpPr>
        <p:spPr>
          <a:xfrm>
            <a:off x="2705100" y="2095500"/>
            <a:ext cx="431800" cy="276999"/>
          </a:xfrm>
          <a:prstGeom prst="rect">
            <a:avLst/>
          </a:prstGeom>
          <a:noFill/>
        </p:spPr>
        <p:txBody>
          <a:bodyPr vert="horz" wrap="none" lIns="0" tIns="0" rIns="0" bIns="0" rtlCol="0" anchor="ctr">
            <a:noAutofit/>
          </a:bodyPr>
          <a:lstStyle/>
          <a:p>
            <a:pPr algn="ctr"/>
            <a:r>
              <a:rPr lang="en-US" altLang="zh-CN" sz="1200">
                <a:solidFill>
                  <a:srgbClr val="263640"/>
                </a:solidFill>
                <a:latin typeface="Cambria Math" panose="02040503050406030204" pitchFamily="18" charset="0"/>
              </a:rPr>
              <a:t>p₁</a:t>
            </a:r>
            <a:endParaRPr lang="zh-CN" altLang="en-US" sz="1200">
              <a:solidFill>
                <a:srgbClr val="263640"/>
              </a:solidFill>
              <a:latin typeface="Cambria Math" panose="02040503050406030204" pitchFamily="18" charset="0"/>
            </a:endParaRPr>
          </a:p>
        </p:txBody>
      </p:sp>
      <p:sp>
        <p:nvSpPr>
          <p:cNvPr id="34" name="矩形: 圆角 33">
            <a:extLst>
              <a:ext uri="{FF2B5EF4-FFF2-40B4-BE49-F238E27FC236}">
                <a16:creationId xmlns:a16="http://schemas.microsoft.com/office/drawing/2014/main" id="{65599E73-CB65-9EE0-5D26-557BE21EDC0B}"/>
              </a:ext>
            </a:extLst>
          </p:cNvPr>
          <p:cNvSpPr/>
          <p:nvPr/>
        </p:nvSpPr>
        <p:spPr>
          <a:xfrm>
            <a:off x="3238500" y="482600"/>
            <a:ext cx="431800" cy="292100"/>
          </a:xfrm>
          <a:prstGeom prst="roundRect">
            <a:avLst>
              <a:gd name="adj" fmla="val 8000"/>
            </a:avLst>
          </a:prstGeom>
          <a:solidFill>
            <a:srgbClr val="EDF2F7"/>
          </a:solidFill>
          <a:ln w="6985">
            <a:solidFill>
              <a:srgbClr val="A5ADB2"/>
            </a:solidFill>
          </a:ln>
        </p:spPr>
        <p:style>
          <a:lnRef idx="2">
            <a:schemeClr val="accent1">
              <a:shade val="15000"/>
            </a:schemeClr>
          </a:lnRef>
          <a:fillRef idx="1">
            <a:schemeClr val="accent1"/>
          </a:fillRef>
          <a:effectRef idx="0">
            <a:schemeClr val="accent1"/>
          </a:effectRef>
          <a:fontRef idx="minor">
            <a:schemeClr val="lt1"/>
          </a:fontRef>
        </p:style>
        <p:txBody>
          <a:bodyPr wrap="none" lIns="12700" tIns="0" rIns="12700" bIns="0" rtlCol="0" anchor="ctr">
            <a:noAutofit/>
          </a:bodyPr>
          <a:lstStyle/>
          <a:p>
            <a:pPr algn="ctr"/>
            <a:r>
              <a:rPr lang="en-US" altLang="zh-CN" sz="1200">
                <a:solidFill>
                  <a:srgbClr val="263640"/>
                </a:solidFill>
                <a:latin typeface="Cambria Math" panose="02040503050406030204" pitchFamily="18" charset="0"/>
              </a:rPr>
              <a:t>h₂</a:t>
            </a:r>
            <a:endParaRPr lang="zh-CN" altLang="en-US" sz="1200">
              <a:solidFill>
                <a:srgbClr val="263640"/>
              </a:solidFill>
              <a:latin typeface="Cambria Math" panose="02040503050406030204" pitchFamily="18" charset="0"/>
            </a:endParaRPr>
          </a:p>
        </p:txBody>
      </p:sp>
      <p:cxnSp>
        <p:nvCxnSpPr>
          <p:cNvPr id="35" name="直接连接符 34">
            <a:extLst>
              <a:ext uri="{FF2B5EF4-FFF2-40B4-BE49-F238E27FC236}">
                <a16:creationId xmlns:a16="http://schemas.microsoft.com/office/drawing/2014/main" id="{7299120D-4C73-A97B-A708-2BE497B17CF7}"/>
              </a:ext>
            </a:extLst>
          </p:cNvPr>
          <p:cNvCxnSpPr/>
          <p:nvPr/>
        </p:nvCxnSpPr>
        <p:spPr>
          <a:xfrm>
            <a:off x="3454400" y="800100"/>
            <a:ext cx="0" cy="88900"/>
          </a:xfrm>
          <a:prstGeom prst="line">
            <a:avLst/>
          </a:prstGeom>
          <a:ln w="8255">
            <a:solidFill>
              <a:srgbClr val="53636D"/>
            </a:solidFill>
            <a:tailEnd type="arrow" w="sm" len="sm"/>
          </a:ln>
        </p:spPr>
        <p:style>
          <a:lnRef idx="2">
            <a:schemeClr val="accent1"/>
          </a:lnRef>
          <a:fillRef idx="0">
            <a:schemeClr val="accent1"/>
          </a:fillRef>
          <a:effectRef idx="1">
            <a:schemeClr val="accent1"/>
          </a:effectRef>
          <a:fontRef idx="minor">
            <a:schemeClr val="tx1"/>
          </a:fontRef>
        </p:style>
      </p:cxnSp>
      <p:sp>
        <p:nvSpPr>
          <p:cNvPr id="36" name="矩形: 圆角 35">
            <a:extLst>
              <a:ext uri="{FF2B5EF4-FFF2-40B4-BE49-F238E27FC236}">
                <a16:creationId xmlns:a16="http://schemas.microsoft.com/office/drawing/2014/main" id="{1B1144B6-0414-2BA7-9618-F302454E4C18}"/>
              </a:ext>
            </a:extLst>
          </p:cNvPr>
          <p:cNvSpPr/>
          <p:nvPr/>
        </p:nvSpPr>
        <p:spPr>
          <a:xfrm>
            <a:off x="3238500" y="889000"/>
            <a:ext cx="431800" cy="292100"/>
          </a:xfrm>
          <a:prstGeom prst="roundRect">
            <a:avLst>
              <a:gd name="adj" fmla="val 8000"/>
            </a:avLst>
          </a:prstGeom>
          <a:solidFill>
            <a:srgbClr val="DCEEDC"/>
          </a:solidFill>
          <a:ln w="6985">
            <a:solidFill>
              <a:srgbClr val="79A582"/>
            </a:solidFill>
          </a:ln>
        </p:spPr>
        <p:style>
          <a:lnRef idx="2">
            <a:schemeClr val="accent1">
              <a:shade val="15000"/>
            </a:schemeClr>
          </a:lnRef>
          <a:fillRef idx="1">
            <a:schemeClr val="accent1"/>
          </a:fillRef>
          <a:effectRef idx="0">
            <a:schemeClr val="accent1"/>
          </a:effectRef>
          <a:fontRef idx="minor">
            <a:schemeClr val="lt1"/>
          </a:fontRef>
        </p:style>
        <p:txBody>
          <a:bodyPr wrap="none" lIns="12700" tIns="0" rIns="12700" bIns="0" rtlCol="0" anchor="ctr">
            <a:noAutofit/>
          </a:bodyPr>
          <a:lstStyle/>
          <a:p>
            <a:pPr algn="ctr"/>
            <a:r>
              <a:rPr lang="en-US" altLang="zh-CN" sz="1200">
                <a:solidFill>
                  <a:srgbClr val="263640"/>
                </a:solidFill>
                <a:latin typeface="Cambria Math" panose="02040503050406030204" pitchFamily="18" charset="0"/>
              </a:rPr>
              <a:t>qᶠ₂</a:t>
            </a:r>
            <a:endParaRPr lang="zh-CN" altLang="en-US" sz="1200">
              <a:solidFill>
                <a:srgbClr val="263640"/>
              </a:solidFill>
              <a:latin typeface="Cambria Math" panose="02040503050406030204" pitchFamily="18" charset="0"/>
            </a:endParaRPr>
          </a:p>
        </p:txBody>
      </p:sp>
      <p:cxnSp>
        <p:nvCxnSpPr>
          <p:cNvPr id="37" name="直接连接符 36">
            <a:extLst>
              <a:ext uri="{FF2B5EF4-FFF2-40B4-BE49-F238E27FC236}">
                <a16:creationId xmlns:a16="http://schemas.microsoft.com/office/drawing/2014/main" id="{087DA9A3-7EE9-3DDD-95AE-16B71E87425D}"/>
              </a:ext>
            </a:extLst>
          </p:cNvPr>
          <p:cNvCxnSpPr/>
          <p:nvPr/>
        </p:nvCxnSpPr>
        <p:spPr>
          <a:xfrm>
            <a:off x="3454400" y="1206500"/>
            <a:ext cx="0" cy="76200"/>
          </a:xfrm>
          <a:prstGeom prst="line">
            <a:avLst/>
          </a:prstGeom>
          <a:ln w="8255">
            <a:solidFill>
              <a:srgbClr val="53636D"/>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8" name="直接连接符 37">
            <a:extLst>
              <a:ext uri="{FF2B5EF4-FFF2-40B4-BE49-F238E27FC236}">
                <a16:creationId xmlns:a16="http://schemas.microsoft.com/office/drawing/2014/main" id="{36E5D588-E2D8-B202-CC73-B7C1ABFB35C5}"/>
              </a:ext>
            </a:extLst>
          </p:cNvPr>
          <p:cNvCxnSpPr/>
          <p:nvPr/>
        </p:nvCxnSpPr>
        <p:spPr>
          <a:xfrm>
            <a:off x="3454400" y="1816100"/>
            <a:ext cx="0" cy="254000"/>
          </a:xfrm>
          <a:prstGeom prst="line">
            <a:avLst/>
          </a:prstGeom>
          <a:ln w="8255">
            <a:solidFill>
              <a:srgbClr val="53636D"/>
            </a:solidFill>
            <a:tailEnd type="arrow" w="sm" len="sm"/>
          </a:ln>
        </p:spPr>
        <p:style>
          <a:lnRef idx="2">
            <a:schemeClr val="accent1"/>
          </a:lnRef>
          <a:fillRef idx="0">
            <a:schemeClr val="accent1"/>
          </a:fillRef>
          <a:effectRef idx="1">
            <a:schemeClr val="accent1"/>
          </a:effectRef>
          <a:fontRef idx="minor">
            <a:schemeClr val="tx1"/>
          </a:fontRef>
        </p:style>
      </p:cxnSp>
      <p:sp>
        <p:nvSpPr>
          <p:cNvPr id="39" name="文本框 38">
            <a:extLst>
              <a:ext uri="{FF2B5EF4-FFF2-40B4-BE49-F238E27FC236}">
                <a16:creationId xmlns:a16="http://schemas.microsoft.com/office/drawing/2014/main" id="{2746D100-9230-10E1-3CDD-0DF020D08C7E}"/>
              </a:ext>
            </a:extLst>
          </p:cNvPr>
          <p:cNvSpPr txBox="1"/>
          <p:nvPr/>
        </p:nvSpPr>
        <p:spPr>
          <a:xfrm>
            <a:off x="3238500" y="2095500"/>
            <a:ext cx="431800" cy="276999"/>
          </a:xfrm>
          <a:prstGeom prst="rect">
            <a:avLst/>
          </a:prstGeom>
          <a:noFill/>
        </p:spPr>
        <p:txBody>
          <a:bodyPr vert="horz" wrap="none" lIns="0" tIns="0" rIns="0" bIns="0" rtlCol="0" anchor="ctr">
            <a:noAutofit/>
          </a:bodyPr>
          <a:lstStyle/>
          <a:p>
            <a:pPr algn="ctr"/>
            <a:r>
              <a:rPr lang="en-US" altLang="zh-CN" sz="1200">
                <a:solidFill>
                  <a:srgbClr val="263640"/>
                </a:solidFill>
                <a:latin typeface="Cambria Math" panose="02040503050406030204" pitchFamily="18" charset="0"/>
              </a:rPr>
              <a:t>p₂</a:t>
            </a:r>
            <a:endParaRPr lang="zh-CN" altLang="en-US" sz="1200">
              <a:solidFill>
                <a:srgbClr val="263640"/>
              </a:solidFill>
              <a:latin typeface="Cambria Math" panose="02040503050406030204" pitchFamily="18" charset="0"/>
            </a:endParaRPr>
          </a:p>
        </p:txBody>
      </p:sp>
      <p:sp>
        <p:nvSpPr>
          <p:cNvPr id="40" name="矩形: 圆角 39">
            <a:extLst>
              <a:ext uri="{FF2B5EF4-FFF2-40B4-BE49-F238E27FC236}">
                <a16:creationId xmlns:a16="http://schemas.microsoft.com/office/drawing/2014/main" id="{C0E7DF65-0FF4-239D-7BD2-27598F4238F9}"/>
              </a:ext>
            </a:extLst>
          </p:cNvPr>
          <p:cNvSpPr/>
          <p:nvPr/>
        </p:nvSpPr>
        <p:spPr>
          <a:xfrm>
            <a:off x="2705100" y="1320800"/>
            <a:ext cx="965200" cy="469900"/>
          </a:xfrm>
          <a:prstGeom prst="roundRect">
            <a:avLst>
              <a:gd name="adj" fmla="val 8000"/>
            </a:avLst>
          </a:prstGeom>
          <a:solidFill>
            <a:srgbClr val="F2F3F4"/>
          </a:solidFill>
          <a:ln w="6985">
            <a:solidFill>
              <a:srgbClr val="A5ADB2"/>
            </a:solidFill>
          </a:ln>
        </p:spPr>
        <p:style>
          <a:lnRef idx="2">
            <a:schemeClr val="accent1">
              <a:shade val="15000"/>
            </a:schemeClr>
          </a:lnRef>
          <a:fillRef idx="1">
            <a:schemeClr val="accent1"/>
          </a:fillRef>
          <a:effectRef idx="0">
            <a:schemeClr val="accent1"/>
          </a:effectRef>
          <a:fontRef idx="minor">
            <a:schemeClr val="lt1"/>
          </a:fontRef>
        </p:style>
        <p:txBody>
          <a:bodyPr wrap="none" lIns="12700" tIns="0" rIns="12700" bIns="0" rtlCol="0" anchor="ctr">
            <a:noAutofit/>
          </a:bodyPr>
          <a:lstStyle/>
          <a:p>
            <a:pPr algn="ctr"/>
            <a:r>
              <a:rPr lang="en-US" altLang="zh-CN" sz="930">
                <a:solidFill>
                  <a:srgbClr val="263640"/>
                </a:solidFill>
                <a:latin typeface="Arial" panose="020B0604020202020204" pitchFamily="34" charset="0"/>
              </a:rPr>
              <a:t>Function
decoder</a:t>
            </a:r>
            <a:endParaRPr lang="zh-CN" altLang="en-US" sz="930">
              <a:solidFill>
                <a:srgbClr val="263640"/>
              </a:solidFill>
              <a:latin typeface="Arial" panose="020B0604020202020204" pitchFamily="34" charset="0"/>
            </a:endParaRPr>
          </a:p>
        </p:txBody>
      </p:sp>
      <p:sp>
        <p:nvSpPr>
          <p:cNvPr id="41" name="文本框 40">
            <a:extLst>
              <a:ext uri="{FF2B5EF4-FFF2-40B4-BE49-F238E27FC236}">
                <a16:creationId xmlns:a16="http://schemas.microsoft.com/office/drawing/2014/main" id="{DAF7C057-3018-C01B-B3C0-7EBB8D9FF820}"/>
              </a:ext>
            </a:extLst>
          </p:cNvPr>
          <p:cNvSpPr txBox="1"/>
          <p:nvPr/>
        </p:nvSpPr>
        <p:spPr>
          <a:xfrm>
            <a:off x="2578100" y="2349500"/>
            <a:ext cx="1193800" cy="276999"/>
          </a:xfrm>
          <a:prstGeom prst="rect">
            <a:avLst/>
          </a:prstGeom>
          <a:noFill/>
        </p:spPr>
        <p:txBody>
          <a:bodyPr vert="horz" wrap="none" lIns="0" tIns="0" rIns="0" bIns="0" rtlCol="0" anchor="ctr">
            <a:noAutofit/>
          </a:bodyPr>
          <a:lstStyle/>
          <a:p>
            <a:pPr algn="ctr"/>
            <a:r>
              <a:rPr lang="en-US" altLang="zh-CN" sz="880">
                <a:solidFill>
                  <a:srgbClr val="263640"/>
                </a:solidFill>
                <a:latin typeface="Arial" panose="020B0604020202020204" pitchFamily="34" charset="0"/>
              </a:rPr>
              <a:t>(c) QuaSF</a:t>
            </a:r>
            <a:endParaRPr lang="zh-CN" altLang="en-US" sz="880">
              <a:solidFill>
                <a:srgbClr val="263640"/>
              </a:solidFill>
              <a:latin typeface="Arial" panose="020B0604020202020204" pitchFamily="34" charset="0"/>
            </a:endParaRPr>
          </a:p>
        </p:txBody>
      </p:sp>
    </p:spTree>
    <p:extLst>
      <p:ext uri="{BB962C8B-B14F-4D97-AF65-F5344CB8AC3E}">
        <p14:creationId xmlns:p14="http://schemas.microsoft.com/office/powerpoint/2010/main" val="203793831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168</Words>
  <Application>Microsoft Office PowerPoint</Application>
  <PresentationFormat>自定义</PresentationFormat>
  <Paragraphs>22</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等线</vt:lpstr>
      <vt:lpstr>等线 Light</vt:lpstr>
      <vt:lpstr>Arial</vt:lpstr>
      <vt:lpstr>Cambria Math</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娅璇 胡</dc:creator>
  <cp:lastModifiedBy>娅璇 胡</cp:lastModifiedBy>
  <cp:revision>1</cp:revision>
  <dcterms:created xsi:type="dcterms:W3CDTF">2026-10-04T02:49:16Z</dcterms:created>
  <dcterms:modified xsi:type="dcterms:W3CDTF">2026-10-04T02:49:16Z</dcterms:modified>
</cp:coreProperties>
</file>